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085546-7C7C-4B3E-ABEB-2669F1A65FB2}" type="doc">
      <dgm:prSet loTypeId="urn:microsoft.com/office/officeart/2017/3/layout/DropPinTimeline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CEA5FC-4640-45AF-B712-7A4FD94AEF0D}">
      <dgm:prSet phldrT="[Text]"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tx1">
                  <a:lumMod val="65000"/>
                  <a:lumOff val="35000"/>
                </a:schemeClr>
              </a:solidFill>
            </a:rPr>
            <a:t> Milestone 1</a:t>
          </a:r>
        </a:p>
      </dgm:t>
    </dgm:pt>
    <dgm:pt modelId="{929A5FD9-0612-4B79-9B59-C3C36D34A069}" type="parTrans" cxnId="{DBD99269-D7F7-4B47-B17B-A5AE402751D9}">
      <dgm:prSet/>
      <dgm:spPr/>
      <dgm:t>
        <a:bodyPr/>
        <a:lstStyle/>
        <a:p>
          <a:endParaRPr lang="en-US"/>
        </a:p>
      </dgm:t>
    </dgm:pt>
    <dgm:pt modelId="{0A99745B-BB5C-49B3-A782-8DB57641F6C9}" type="sibTrans" cxnId="{DBD99269-D7F7-4B47-B17B-A5AE402751D9}">
      <dgm:prSet/>
      <dgm:spPr/>
      <dgm:t>
        <a:bodyPr/>
        <a:lstStyle/>
        <a:p>
          <a:endParaRPr lang="en-US"/>
        </a:p>
      </dgm:t>
    </dgm:pt>
    <dgm:pt modelId="{831701CF-77C7-46C0-A913-8CC39517BAB8}">
      <dgm:prSet phldrT="[Text]"/>
      <dgm:spPr/>
      <dgm:t>
        <a:bodyPr/>
        <a:lstStyle/>
        <a:p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</a:rPr>
            <a:t>Data Representation and Foundations</a:t>
          </a:r>
        </a:p>
      </dgm:t>
    </dgm:pt>
    <dgm:pt modelId="{13FBC60D-3EA6-4496-BA97-C1AE8C7F8961}" type="parTrans" cxnId="{39A11E5C-7A57-4117-A6DF-36000C29509C}">
      <dgm:prSet/>
      <dgm:spPr/>
      <dgm:t>
        <a:bodyPr/>
        <a:lstStyle/>
        <a:p>
          <a:endParaRPr lang="en-US"/>
        </a:p>
      </dgm:t>
    </dgm:pt>
    <dgm:pt modelId="{75156CDF-E17B-4DAD-AE37-EA44D7F37090}" type="sibTrans" cxnId="{39A11E5C-7A57-4117-A6DF-36000C29509C}">
      <dgm:prSet/>
      <dgm:spPr/>
      <dgm:t>
        <a:bodyPr/>
        <a:lstStyle/>
        <a:p>
          <a:endParaRPr lang="en-US"/>
        </a:p>
      </dgm:t>
    </dgm:pt>
    <dgm:pt modelId="{096A9AF0-0DAE-4EB3-B448-4501DA034F4A}">
      <dgm:prSet phldrT="[Text]" custT="1"/>
      <dgm:spPr/>
      <dgm:t>
        <a:bodyPr/>
        <a:lstStyle/>
        <a:p>
          <a:pPr>
            <a:defRPr b="1"/>
          </a:pPr>
          <a:r>
            <a:rPr lang="en-US" sz="1100" dirty="0">
              <a:solidFill>
                <a:schemeClr val="tx1">
                  <a:lumMod val="65000"/>
                  <a:lumOff val="35000"/>
                </a:schemeClr>
              </a:solidFill>
            </a:rPr>
            <a:t> </a:t>
          </a:r>
          <a:r>
            <a:rPr lang="en-US" sz="1400" dirty="0">
              <a:solidFill>
                <a:schemeClr val="tx1">
                  <a:lumMod val="65000"/>
                  <a:lumOff val="35000"/>
                </a:schemeClr>
              </a:solidFill>
            </a:rPr>
            <a:t>Milestone 2</a:t>
          </a:r>
        </a:p>
      </dgm:t>
    </dgm:pt>
    <dgm:pt modelId="{8CE6ABD6-768E-42C8-9029-C3B5F278B21C}" type="parTrans" cxnId="{CA0753BD-DB60-4D68-8486-5B376B839B26}">
      <dgm:prSet/>
      <dgm:spPr/>
      <dgm:t>
        <a:bodyPr/>
        <a:lstStyle/>
        <a:p>
          <a:endParaRPr lang="en-US"/>
        </a:p>
      </dgm:t>
    </dgm:pt>
    <dgm:pt modelId="{6B0D7DA9-E6ED-4137-9716-F48BF62327A8}" type="sibTrans" cxnId="{CA0753BD-DB60-4D68-8486-5B376B839B26}">
      <dgm:prSet/>
      <dgm:spPr/>
      <dgm:t>
        <a:bodyPr/>
        <a:lstStyle/>
        <a:p>
          <a:endParaRPr lang="en-US"/>
        </a:p>
      </dgm:t>
    </dgm:pt>
    <dgm:pt modelId="{CA6B1BA0-B2FC-48AD-8EDA-F4AAA4AF2782}">
      <dgm:prSet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tx1">
                  <a:lumMod val="65000"/>
                  <a:lumOff val="35000"/>
                </a:schemeClr>
              </a:solidFill>
            </a:rPr>
            <a:t>Milestone 3</a:t>
          </a:r>
        </a:p>
      </dgm:t>
    </dgm:pt>
    <dgm:pt modelId="{D7D3AA07-BCB9-4212-A556-E90870FB1413}" type="parTrans" cxnId="{CD6B6EE8-3813-4EF1-BFEC-C005A3326D63}">
      <dgm:prSet/>
      <dgm:spPr/>
      <dgm:t>
        <a:bodyPr/>
        <a:lstStyle/>
        <a:p>
          <a:endParaRPr lang="en-US"/>
        </a:p>
      </dgm:t>
    </dgm:pt>
    <dgm:pt modelId="{39FB540D-D808-4040-9A37-0AC474C0212F}" type="sibTrans" cxnId="{CD6B6EE8-3813-4EF1-BFEC-C005A3326D63}">
      <dgm:prSet/>
      <dgm:spPr/>
      <dgm:t>
        <a:bodyPr/>
        <a:lstStyle/>
        <a:p>
          <a:endParaRPr lang="en-US"/>
        </a:p>
      </dgm:t>
    </dgm:pt>
    <dgm:pt modelId="{92921081-529B-4D1C-83A4-C416BB4C5224}">
      <dgm:prSet/>
      <dgm:spPr/>
      <dgm:t>
        <a:bodyPr/>
        <a:lstStyle/>
        <a:p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</a:rPr>
            <a:t>Data Processing and Transformations</a:t>
          </a:r>
        </a:p>
      </dgm:t>
    </dgm:pt>
    <dgm:pt modelId="{5AD2C2F8-A1D7-469B-93D8-B578BEFE51F8}" type="parTrans" cxnId="{B05C4C7C-FEB8-4825-98A0-C38D3021918A}">
      <dgm:prSet/>
      <dgm:spPr/>
      <dgm:t>
        <a:bodyPr/>
        <a:lstStyle/>
        <a:p>
          <a:endParaRPr lang="en-US"/>
        </a:p>
      </dgm:t>
    </dgm:pt>
    <dgm:pt modelId="{ECC13403-1F53-4ED4-AE4F-334EEC7C8710}" type="sibTrans" cxnId="{B05C4C7C-FEB8-4825-98A0-C38D3021918A}">
      <dgm:prSet/>
      <dgm:spPr/>
      <dgm:t>
        <a:bodyPr/>
        <a:lstStyle/>
        <a:p>
          <a:endParaRPr lang="en-US"/>
        </a:p>
      </dgm:t>
    </dgm:pt>
    <dgm:pt modelId="{3CB04A44-4013-4CA7-90FD-29AFC3C15E37}">
      <dgm:prSet/>
      <dgm:spPr/>
      <dgm:t>
        <a:bodyPr/>
        <a:lstStyle/>
        <a:p>
          <a:r>
            <a:rPr lang="en-US" dirty="0"/>
            <a:t>Visualization &amp; Exploratory Analysis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ECEE936A-E3CC-4209-BECC-1CD0C85A2B72}" type="parTrans" cxnId="{24A8F052-3377-4BA4-8C62-CCF5039C85D7}">
      <dgm:prSet/>
      <dgm:spPr/>
      <dgm:t>
        <a:bodyPr/>
        <a:lstStyle/>
        <a:p>
          <a:endParaRPr lang="en-US"/>
        </a:p>
      </dgm:t>
    </dgm:pt>
    <dgm:pt modelId="{D7A8F7A0-47A3-4464-B3B7-E0806DF46627}" type="sibTrans" cxnId="{24A8F052-3377-4BA4-8C62-CCF5039C85D7}">
      <dgm:prSet/>
      <dgm:spPr/>
      <dgm:t>
        <a:bodyPr/>
        <a:lstStyle/>
        <a:p>
          <a:endParaRPr lang="en-US"/>
        </a:p>
      </dgm:t>
    </dgm:pt>
    <dgm:pt modelId="{212ADAAB-D5CB-4BBC-8DAF-7340FD334994}">
      <dgm:prSet custT="1"/>
      <dgm:spPr/>
      <dgm:t>
        <a:bodyPr/>
        <a:lstStyle/>
        <a:p>
          <a:pPr>
            <a:defRPr b="1"/>
          </a:pPr>
          <a:r>
            <a:rPr lang="en-US" sz="1400" dirty="0">
              <a:solidFill>
                <a:schemeClr val="tx1">
                  <a:lumMod val="65000"/>
                  <a:lumOff val="35000"/>
                </a:schemeClr>
              </a:solidFill>
            </a:rPr>
            <a:t>Milestone 4</a:t>
          </a:r>
        </a:p>
      </dgm:t>
    </dgm:pt>
    <dgm:pt modelId="{45F6D312-A686-491E-95E3-EFB9640CC472}" type="parTrans" cxnId="{C8C7266C-2A0C-476A-85B3-F12BE2521F4C}">
      <dgm:prSet/>
      <dgm:spPr/>
      <dgm:t>
        <a:bodyPr/>
        <a:lstStyle/>
        <a:p>
          <a:endParaRPr lang="en-US"/>
        </a:p>
      </dgm:t>
    </dgm:pt>
    <dgm:pt modelId="{AB2787E4-2A8B-428D-A4AE-2B14DCFFC4E7}" type="sibTrans" cxnId="{C8C7266C-2A0C-476A-85B3-F12BE2521F4C}">
      <dgm:prSet/>
      <dgm:spPr/>
      <dgm:t>
        <a:bodyPr/>
        <a:lstStyle/>
        <a:p>
          <a:endParaRPr lang="en-US"/>
        </a:p>
      </dgm:t>
    </dgm:pt>
    <dgm:pt modelId="{2AEE5C11-34AE-4EB7-8907-9BED418EA471}">
      <dgm:prSet/>
      <dgm:spPr/>
      <dgm:t>
        <a:bodyPr/>
        <a:lstStyle/>
        <a:p>
          <a:r>
            <a:rPr lang="en-US" b="0" i="0" dirty="0"/>
            <a:t>Statistical Inference &amp; Analytical Modeling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2E14AD1F-C7EA-45AE-ADC0-0EE92A6516CB}" type="parTrans" cxnId="{DD687B5C-28C8-4088-99B8-D375C5FDAE4A}">
      <dgm:prSet/>
      <dgm:spPr/>
      <dgm:t>
        <a:bodyPr/>
        <a:lstStyle/>
        <a:p>
          <a:endParaRPr lang="en-US"/>
        </a:p>
      </dgm:t>
    </dgm:pt>
    <dgm:pt modelId="{F36FDDA0-6B91-47CB-8114-B6F076E55FC8}" type="sibTrans" cxnId="{DD687B5C-28C8-4088-99B8-D375C5FDAE4A}">
      <dgm:prSet/>
      <dgm:spPr/>
      <dgm:t>
        <a:bodyPr/>
        <a:lstStyle/>
        <a:p>
          <a:endParaRPr lang="en-US"/>
        </a:p>
      </dgm:t>
    </dgm:pt>
    <dgm:pt modelId="{A2560FD2-F12F-4A06-A96F-B86674952111}">
      <dgm:prSet/>
      <dgm:spPr/>
      <dgm:t>
        <a:bodyPr/>
        <a:lstStyle/>
        <a:p>
          <a:pPr>
            <a:defRPr b="1"/>
          </a:pPr>
          <a:r>
            <a:rPr lang="en-US" b="0" i="1" dirty="0">
              <a:solidFill>
                <a:schemeClr val="tx1">
                  <a:lumMod val="65000"/>
                  <a:lumOff val="35000"/>
                </a:schemeClr>
              </a:solidFill>
            </a:rPr>
            <a:t>Business Intelligence System Complete</a:t>
          </a:r>
        </a:p>
      </dgm:t>
    </dgm:pt>
    <dgm:pt modelId="{96173659-138A-4A00-AE0B-9063EA9393A6}" type="parTrans" cxnId="{F9D8B584-9399-4A2B-8ADC-F71293A4822C}">
      <dgm:prSet/>
      <dgm:spPr/>
      <dgm:t>
        <a:bodyPr/>
        <a:lstStyle/>
        <a:p>
          <a:endParaRPr lang="en-US"/>
        </a:p>
      </dgm:t>
    </dgm:pt>
    <dgm:pt modelId="{D3C3BC3F-2256-4FBC-AFA5-0D035E3EACD7}" type="sibTrans" cxnId="{F9D8B584-9399-4A2B-8ADC-F71293A4822C}">
      <dgm:prSet/>
      <dgm:spPr/>
      <dgm:t>
        <a:bodyPr/>
        <a:lstStyle/>
        <a:p>
          <a:endParaRPr lang="en-US"/>
        </a:p>
      </dgm:t>
    </dgm:pt>
    <dgm:pt modelId="{683CC5F6-E9B5-49F2-909E-A68D38896308}">
      <dgm:prSet/>
      <dgm:spPr/>
      <dgm:t>
        <a:bodyPr/>
        <a:lstStyle/>
        <a:p>
          <a:pPr>
            <a:defRPr b="1"/>
          </a:pPr>
          <a:r>
            <a:rPr lang="en-US" b="0" i="1" dirty="0">
              <a:solidFill>
                <a:schemeClr val="tx1">
                  <a:lumMod val="65000"/>
                  <a:lumOff val="35000"/>
                </a:schemeClr>
              </a:solidFill>
            </a:rPr>
            <a:t> Clean dataset ready</a:t>
          </a:r>
        </a:p>
      </dgm:t>
    </dgm:pt>
    <dgm:pt modelId="{4C61DDEE-8BBF-4CBF-B066-7E60B6DF0A11}" type="sibTrans" cxnId="{59786CF9-070F-4821-A4E9-D33DB930D8D2}">
      <dgm:prSet/>
      <dgm:spPr/>
      <dgm:t>
        <a:bodyPr/>
        <a:lstStyle/>
        <a:p>
          <a:endParaRPr lang="en-US"/>
        </a:p>
      </dgm:t>
    </dgm:pt>
    <dgm:pt modelId="{15BFC747-B881-4328-BFBE-9BC128388CC6}" type="parTrans" cxnId="{59786CF9-070F-4821-A4E9-D33DB930D8D2}">
      <dgm:prSet/>
      <dgm:spPr/>
      <dgm:t>
        <a:bodyPr/>
        <a:lstStyle/>
        <a:p>
          <a:endParaRPr lang="en-US"/>
        </a:p>
      </dgm:t>
    </dgm:pt>
    <dgm:pt modelId="{4EA069F3-397F-40D5-94A6-32C3E355C277}">
      <dgm:prSet/>
      <dgm:spPr/>
      <dgm:t>
        <a:bodyPr anchor="t"/>
        <a:lstStyle/>
        <a:p>
          <a:r>
            <a:rPr lang="en-US" i="1" dirty="0">
              <a:solidFill>
                <a:schemeClr val="tx1">
                  <a:lumMod val="65000"/>
                  <a:lumOff val="35000"/>
                </a:schemeClr>
              </a:solidFill>
            </a:rPr>
            <a:t>Raw Dataset Imported</a:t>
          </a:r>
        </a:p>
      </dgm:t>
    </dgm:pt>
    <dgm:pt modelId="{2F99115B-608E-4E08-A503-B74879A76D07}" type="parTrans" cxnId="{BC5A70C8-9D97-4922-BCDB-6316D191C527}">
      <dgm:prSet/>
      <dgm:spPr/>
      <dgm:t>
        <a:bodyPr/>
        <a:lstStyle/>
        <a:p>
          <a:endParaRPr lang="en-US"/>
        </a:p>
      </dgm:t>
    </dgm:pt>
    <dgm:pt modelId="{E94D5EF7-F47C-476C-A5FE-1C35261B578A}" type="sibTrans" cxnId="{BC5A70C8-9D97-4922-BCDB-6316D191C527}">
      <dgm:prSet/>
      <dgm:spPr/>
      <dgm:t>
        <a:bodyPr/>
        <a:lstStyle/>
        <a:p>
          <a:endParaRPr lang="en-US"/>
        </a:p>
      </dgm:t>
    </dgm:pt>
    <dgm:pt modelId="{1E529C6E-C939-479A-A075-9E9B02837B50}">
      <dgm:prSet/>
      <dgm:spPr/>
      <dgm:t>
        <a:bodyPr anchor="b"/>
        <a:lstStyle/>
        <a:p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</a:rPr>
            <a:t>Project Completion</a:t>
          </a:r>
        </a:p>
      </dgm:t>
    </dgm:pt>
    <dgm:pt modelId="{46B3C017-F97A-4640-992A-33AEE06B2EFC}" type="parTrans" cxnId="{99746BB5-7122-43B8-8680-CF610F03585C}">
      <dgm:prSet/>
      <dgm:spPr/>
      <dgm:t>
        <a:bodyPr/>
        <a:lstStyle/>
        <a:p>
          <a:endParaRPr lang="en-US"/>
        </a:p>
      </dgm:t>
    </dgm:pt>
    <dgm:pt modelId="{192E80CB-2667-481C-8244-6EC4AEED1BC2}" type="sibTrans" cxnId="{99746BB5-7122-43B8-8680-CF610F03585C}">
      <dgm:prSet/>
      <dgm:spPr/>
      <dgm:t>
        <a:bodyPr/>
        <a:lstStyle/>
        <a:p>
          <a:endParaRPr lang="en-US"/>
        </a:p>
      </dgm:t>
    </dgm:pt>
    <dgm:pt modelId="{7D9C3BF7-C26C-48A4-9D65-5EFDDCFD8A01}">
      <dgm:prSet/>
      <dgm:spPr/>
      <dgm:t>
        <a:bodyPr/>
        <a:lstStyle/>
        <a:p>
          <a:pPr>
            <a:defRPr b="1"/>
          </a:pPr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</a:rPr>
            <a:t>Milestone 5</a:t>
          </a:r>
        </a:p>
      </dgm:t>
    </dgm:pt>
    <dgm:pt modelId="{5384F26D-8FD9-40E1-A184-E96B3C444490}" type="parTrans" cxnId="{345C2104-D54F-4516-8439-A51FF7E18A99}">
      <dgm:prSet/>
      <dgm:spPr/>
      <dgm:t>
        <a:bodyPr/>
        <a:lstStyle/>
        <a:p>
          <a:endParaRPr lang="en-US"/>
        </a:p>
      </dgm:t>
    </dgm:pt>
    <dgm:pt modelId="{4348A33C-5D0F-457F-BC29-493248808AAB}" type="sibTrans" cxnId="{345C2104-D54F-4516-8439-A51FF7E18A99}">
      <dgm:prSet/>
      <dgm:spPr/>
      <dgm:t>
        <a:bodyPr/>
        <a:lstStyle/>
        <a:p>
          <a:endParaRPr lang="en-US"/>
        </a:p>
      </dgm:t>
    </dgm:pt>
    <dgm:pt modelId="{971142EC-FCA4-4655-9388-A1D2BC83A5D0}">
      <dgm:prSet/>
      <dgm:spPr/>
      <dgm:t>
        <a:bodyPr/>
        <a:lstStyle/>
        <a:p>
          <a:pPr>
            <a:defRPr b="1"/>
          </a:pPr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</a:rPr>
            <a:t>Milestone 6</a:t>
          </a:r>
        </a:p>
      </dgm:t>
    </dgm:pt>
    <dgm:pt modelId="{9EB776CD-D1F3-4F00-9B9B-F1CF3BFD93B3}" type="parTrans" cxnId="{3247AA5C-2F2D-4B72-BC42-B88B992C9408}">
      <dgm:prSet/>
      <dgm:spPr/>
      <dgm:t>
        <a:bodyPr/>
        <a:lstStyle/>
        <a:p>
          <a:endParaRPr lang="en-US"/>
        </a:p>
      </dgm:t>
    </dgm:pt>
    <dgm:pt modelId="{240470AB-7884-47BE-8237-0DAD48D242E8}" type="sibTrans" cxnId="{3247AA5C-2F2D-4B72-BC42-B88B992C9408}">
      <dgm:prSet/>
      <dgm:spPr/>
      <dgm:t>
        <a:bodyPr/>
        <a:lstStyle/>
        <a:p>
          <a:endParaRPr lang="en-US"/>
        </a:p>
      </dgm:t>
    </dgm:pt>
    <dgm:pt modelId="{51701B55-59FC-40B6-80A6-D63D1DB639DC}">
      <dgm:prSet/>
      <dgm:spPr/>
      <dgm:t>
        <a:bodyPr/>
        <a:lstStyle/>
        <a:p>
          <a:r>
            <a:rPr lang="en-US" b="0" i="0"/>
            <a:t>Interactive Visual Analytics System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FBFE70E1-5DFE-4B51-AF87-C43A65C1B2CC}" type="parTrans" cxnId="{C4554585-AFA3-4F79-B80C-684CF67FBF9D}">
      <dgm:prSet/>
      <dgm:spPr/>
      <dgm:t>
        <a:bodyPr/>
        <a:lstStyle/>
        <a:p>
          <a:endParaRPr lang="en-US"/>
        </a:p>
      </dgm:t>
    </dgm:pt>
    <dgm:pt modelId="{BECE30A3-7255-425E-958A-1B797AB10D89}" type="sibTrans" cxnId="{C4554585-AFA3-4F79-B80C-684CF67FBF9D}">
      <dgm:prSet/>
      <dgm:spPr/>
      <dgm:t>
        <a:bodyPr/>
        <a:lstStyle/>
        <a:p>
          <a:endParaRPr lang="en-US"/>
        </a:p>
      </dgm:t>
    </dgm:pt>
    <dgm:pt modelId="{A9906231-F2DD-4F6F-8581-AF8BA7134A9F}">
      <dgm:prSet/>
      <dgm:spPr/>
      <dgm:t>
        <a:bodyPr/>
        <a:lstStyle/>
        <a:p>
          <a:pPr>
            <a:buNone/>
          </a:pPr>
          <a:r>
            <a:rPr lang="en-US" b="0" i="0" dirty="0"/>
            <a:t>Research Contribution &amp; Advanced Analytics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9DEA7AD5-9140-4FF6-9216-A4501821F052}" type="parTrans" cxnId="{F3D98C7C-F64C-4061-804D-A00867815F27}">
      <dgm:prSet/>
      <dgm:spPr/>
      <dgm:t>
        <a:bodyPr/>
        <a:lstStyle/>
        <a:p>
          <a:endParaRPr lang="en-US"/>
        </a:p>
      </dgm:t>
    </dgm:pt>
    <dgm:pt modelId="{5944EE04-8442-4992-8ACB-042FAF301F98}" type="sibTrans" cxnId="{F3D98C7C-F64C-4061-804D-A00867815F27}">
      <dgm:prSet/>
      <dgm:spPr/>
      <dgm:t>
        <a:bodyPr/>
        <a:lstStyle/>
        <a:p>
          <a:endParaRPr lang="en-US"/>
        </a:p>
      </dgm:t>
    </dgm:pt>
    <dgm:pt modelId="{7A5D3400-AF5B-4297-8592-4C1EDB9D0973}" type="pres">
      <dgm:prSet presAssocID="{63085546-7C7C-4B3E-ABEB-2669F1A65FB2}" presName="root" presStyleCnt="0">
        <dgm:presLayoutVars>
          <dgm:chMax/>
          <dgm:chPref/>
          <dgm:animLvl val="lvl"/>
        </dgm:presLayoutVars>
      </dgm:prSet>
      <dgm:spPr/>
    </dgm:pt>
    <dgm:pt modelId="{BD204284-1F7C-4D58-BC79-8C2DEE7E9FAF}" type="pres">
      <dgm:prSet presAssocID="{63085546-7C7C-4B3E-ABEB-2669F1A65FB2}" presName="divider" presStyleLbl="fgAcc1" presStyleIdx="0" presStyleCnt="9" custSzY="428624"/>
      <dgm:spPr>
        <a:prstGeom prst="homePlate">
          <a:avLst/>
        </a:prstGeom>
        <a:gradFill rotWithShape="0">
          <a:gsLst>
            <a:gs pos="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lin ang="1200000" scaled="0"/>
        </a:gradFill>
        <a:ln w="12700" cap="flat" cmpd="sng" algn="ctr">
          <a:noFill/>
          <a:prstDash val="solid"/>
          <a:miter lim="800000"/>
          <a:tailEnd type="arrow" w="sm" len="sm"/>
        </a:ln>
        <a:effectLst/>
      </dgm:spPr>
    </dgm:pt>
    <dgm:pt modelId="{46A6B157-7198-41C4-9D25-C4F8885F1B6F}" type="pres">
      <dgm:prSet presAssocID="{63085546-7C7C-4B3E-ABEB-2669F1A65FB2}" presName="nodes" presStyleCnt="0">
        <dgm:presLayoutVars>
          <dgm:chMax/>
          <dgm:chPref/>
          <dgm:animLvl val="lvl"/>
        </dgm:presLayoutVars>
      </dgm:prSet>
      <dgm:spPr/>
    </dgm:pt>
    <dgm:pt modelId="{578E6A06-6F61-48BD-9F1A-48E731D6E26D}" type="pres">
      <dgm:prSet presAssocID="{9DCEA5FC-4640-45AF-B712-7A4FD94AEF0D}" presName="composite" presStyleCnt="0"/>
      <dgm:spPr/>
    </dgm:pt>
    <dgm:pt modelId="{9F727168-E825-43C1-AF50-41E115F59C0C}" type="pres">
      <dgm:prSet presAssocID="{9DCEA5FC-4640-45AF-B712-7A4FD94AEF0D}" presName="ConnectorPoint" presStyleLbl="lnNode1" presStyleIdx="0" presStyleCnt="8"/>
      <dgm:spPr>
        <a:solidFill>
          <a:schemeClr val="accent1"/>
        </a:solidFill>
        <a:ln w="6350" cap="flat" cmpd="sng" algn="ctr">
          <a:noFill/>
          <a:prstDash val="solid"/>
          <a:miter lim="800000"/>
        </a:ln>
        <a:effectLst/>
      </dgm:spPr>
    </dgm:pt>
    <dgm:pt modelId="{0C380CA5-521A-4949-A022-450DA9C217F5}" type="pres">
      <dgm:prSet presAssocID="{9DCEA5FC-4640-45AF-B712-7A4FD94AEF0D}" presName="DropPinPlaceHolder" presStyleCnt="0"/>
      <dgm:spPr/>
    </dgm:pt>
    <dgm:pt modelId="{19EF924A-339B-436A-9151-9C7B0B0377B9}" type="pres">
      <dgm:prSet presAssocID="{9DCEA5FC-4640-45AF-B712-7A4FD94AEF0D}" presName="DropPin" presStyleLbl="alignNode1" presStyleIdx="0" presStyleCnt="8"/>
      <dgm:spPr>
        <a:ln>
          <a:noFill/>
        </a:ln>
      </dgm:spPr>
    </dgm:pt>
    <dgm:pt modelId="{846B4BA4-33F0-43CE-A60E-B95E195AD5A9}" type="pres">
      <dgm:prSet presAssocID="{9DCEA5FC-4640-45AF-B712-7A4FD94AEF0D}" presName="Ellipse" presStyleLbl="fgAcc1" presStyleIdx="1" presStyleCnt="9"/>
      <dgm:spPr>
        <a:prstGeom prst="donut">
          <a:avLst/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gm:spPr>
    </dgm:pt>
    <dgm:pt modelId="{A782CF5D-A585-4990-846A-5EDBD19A9BDB}" type="pres">
      <dgm:prSet presAssocID="{9DCEA5FC-4640-45AF-B712-7A4FD94AEF0D}" presName="L2TextContainer" presStyleLbl="revTx" presStyleIdx="0" presStyleCnt="16">
        <dgm:presLayoutVars>
          <dgm:bulletEnabled val="1"/>
        </dgm:presLayoutVars>
      </dgm:prSet>
      <dgm:spPr/>
    </dgm:pt>
    <dgm:pt modelId="{85C50C56-6DC8-4C47-8DBC-4FD6B1554AA4}" type="pres">
      <dgm:prSet presAssocID="{9DCEA5FC-4640-45AF-B712-7A4FD94AEF0D}" presName="L1TextContainer" presStyleLbl="revTx" presStyleIdx="1" presStyleCnt="16">
        <dgm:presLayoutVars>
          <dgm:chMax val="1"/>
          <dgm:chPref val="1"/>
          <dgm:bulletEnabled val="1"/>
        </dgm:presLayoutVars>
      </dgm:prSet>
      <dgm:spPr/>
    </dgm:pt>
    <dgm:pt modelId="{4F322B1B-F357-4BCD-BF34-8A0D705A1CE7}" type="pres">
      <dgm:prSet presAssocID="{9DCEA5FC-4640-45AF-B712-7A4FD94AEF0D}" presName="ConnectLine" presStyleLbl="sibTrans1D1" presStyleIdx="0" presStyleCnt="8"/>
      <dgm:spPr>
        <a:noFill/>
        <a:ln w="3175" cap="flat" cmpd="sng" algn="ctr">
          <a:solidFill>
            <a:schemeClr val="bg1">
              <a:lumMod val="85000"/>
            </a:schemeClr>
          </a:solidFill>
          <a:prstDash val="solid"/>
          <a:miter lim="800000"/>
        </a:ln>
        <a:effectLst/>
      </dgm:spPr>
    </dgm:pt>
    <dgm:pt modelId="{9FF32B1E-94FD-475E-9959-8E0546070C5B}" type="pres">
      <dgm:prSet presAssocID="{9DCEA5FC-4640-45AF-B712-7A4FD94AEF0D}" presName="EmptyPlaceHolder" presStyleCnt="0"/>
      <dgm:spPr/>
    </dgm:pt>
    <dgm:pt modelId="{C9E000F5-B650-46EB-A3B0-FBA6593CE548}" type="pres">
      <dgm:prSet presAssocID="{0A99745B-BB5C-49B3-A782-8DB57641F6C9}" presName="spaceBetweenRectangles" presStyleCnt="0"/>
      <dgm:spPr/>
    </dgm:pt>
    <dgm:pt modelId="{64373A7D-C7A5-4C0C-9781-58743159539A}" type="pres">
      <dgm:prSet presAssocID="{096A9AF0-0DAE-4EB3-B448-4501DA034F4A}" presName="composite" presStyleCnt="0"/>
      <dgm:spPr/>
    </dgm:pt>
    <dgm:pt modelId="{B57996C3-16BE-4CEB-B9E2-6FFC42938F41}" type="pres">
      <dgm:prSet presAssocID="{096A9AF0-0DAE-4EB3-B448-4501DA034F4A}" presName="ConnectorPoint" presStyleLbl="lnNode1" presStyleIdx="1" presStyleCnt="8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BC71368F-DA7E-405D-93AC-3A6767BF9FC6}" type="pres">
      <dgm:prSet presAssocID="{096A9AF0-0DAE-4EB3-B448-4501DA034F4A}" presName="DropPinPlaceHolder" presStyleCnt="0"/>
      <dgm:spPr/>
    </dgm:pt>
    <dgm:pt modelId="{5B4632EA-1574-417A-A3FA-D711159FBAD1}" type="pres">
      <dgm:prSet presAssocID="{096A9AF0-0DAE-4EB3-B448-4501DA034F4A}" presName="DropPin" presStyleLbl="alignNode1" presStyleIdx="1" presStyleCnt="8"/>
      <dgm:spPr>
        <a:ln>
          <a:noFill/>
        </a:ln>
      </dgm:spPr>
    </dgm:pt>
    <dgm:pt modelId="{032E0966-F86B-4BBD-BE80-8FAB861AF0E8}" type="pres">
      <dgm:prSet presAssocID="{096A9AF0-0DAE-4EB3-B448-4501DA034F4A}" presName="Ellipse" presStyleLbl="fgAcc1" presStyleIdx="2" presStyleCnt="9"/>
      <dgm:spPr>
        <a:prstGeom prst="donut">
          <a:avLst/>
        </a:prstGeom>
        <a:solidFill>
          <a:schemeClr val="lt1">
            <a:hueOff val="0"/>
            <a:satOff val="0"/>
            <a:lum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B608C5A1-CE9E-4410-9F2F-F714CC6AB069}" type="pres">
      <dgm:prSet presAssocID="{096A9AF0-0DAE-4EB3-B448-4501DA034F4A}" presName="L2TextContainer" presStyleLbl="revTx" presStyleIdx="2" presStyleCnt="16">
        <dgm:presLayoutVars>
          <dgm:bulletEnabled val="1"/>
        </dgm:presLayoutVars>
      </dgm:prSet>
      <dgm:spPr/>
    </dgm:pt>
    <dgm:pt modelId="{C1E34084-406C-48D5-88FE-7226282DBC49}" type="pres">
      <dgm:prSet presAssocID="{096A9AF0-0DAE-4EB3-B448-4501DA034F4A}" presName="L1TextContainer" presStyleLbl="revTx" presStyleIdx="3" presStyleCnt="16">
        <dgm:presLayoutVars>
          <dgm:chMax val="1"/>
          <dgm:chPref val="1"/>
          <dgm:bulletEnabled val="1"/>
        </dgm:presLayoutVars>
      </dgm:prSet>
      <dgm:spPr/>
    </dgm:pt>
    <dgm:pt modelId="{33168228-1414-4AAF-B7E5-C08A80BBB2F1}" type="pres">
      <dgm:prSet presAssocID="{096A9AF0-0DAE-4EB3-B448-4501DA034F4A}" presName="ConnectLine" presStyleLbl="sibTrans1D1" presStyleIdx="1" presStyleCnt="8"/>
      <dgm:spPr>
        <a:xfrm>
          <a:off x="1843314" y="2690813"/>
          <a:ext cx="0" cy="1592961"/>
        </a:xfrm>
        <a:prstGeom prst="line">
          <a:avLst/>
        </a:prstGeom>
        <a:noFill/>
        <a:ln w="3175" cap="flat" cmpd="sng" algn="ctr">
          <a:solidFill>
            <a:prstClr val="white">
              <a:lumMod val="85000"/>
            </a:prstClr>
          </a:solidFill>
          <a:prstDash val="solid"/>
          <a:miter lim="800000"/>
        </a:ln>
        <a:effectLst/>
      </dgm:spPr>
    </dgm:pt>
    <dgm:pt modelId="{C791BCDD-76D3-4E0E-98B9-0C4903CF0E94}" type="pres">
      <dgm:prSet presAssocID="{096A9AF0-0DAE-4EB3-B448-4501DA034F4A}" presName="EmptyPlaceHolder" presStyleCnt="0"/>
      <dgm:spPr/>
    </dgm:pt>
    <dgm:pt modelId="{3B1DA912-FDB7-4F73-8823-B30C56F7DE86}" type="pres">
      <dgm:prSet presAssocID="{6B0D7DA9-E6ED-4137-9716-F48BF62327A8}" presName="spaceBetweenRectangles" presStyleCnt="0"/>
      <dgm:spPr/>
    </dgm:pt>
    <dgm:pt modelId="{DCEEC7C0-6CAC-4153-B66A-D920E3B7F504}" type="pres">
      <dgm:prSet presAssocID="{683CC5F6-E9B5-49F2-909E-A68D38896308}" presName="composite" presStyleCnt="0"/>
      <dgm:spPr/>
    </dgm:pt>
    <dgm:pt modelId="{56361E50-9FEC-48AD-A369-C1A8379B35EC}" type="pres">
      <dgm:prSet presAssocID="{683CC5F6-E9B5-49F2-909E-A68D38896308}" presName="ConnectorPoint" presStyleLbl="lnNode1" presStyleIdx="2" presStyleCnt="8"/>
      <dgm:spPr>
        <a:solidFill>
          <a:schemeClr val="accent3"/>
        </a:solidFill>
        <a:ln w="6350" cap="flat" cmpd="sng" algn="ctr">
          <a:noFill/>
          <a:prstDash val="solid"/>
          <a:miter lim="800000"/>
        </a:ln>
        <a:effectLst/>
      </dgm:spPr>
    </dgm:pt>
    <dgm:pt modelId="{70AC7E27-D774-4261-A80F-683BBD09A81D}" type="pres">
      <dgm:prSet presAssocID="{683CC5F6-E9B5-49F2-909E-A68D38896308}" presName="DropPinPlaceHolder" presStyleCnt="0"/>
      <dgm:spPr/>
    </dgm:pt>
    <dgm:pt modelId="{7BC09B8D-1C75-4604-9F35-AEC078447C45}" type="pres">
      <dgm:prSet presAssocID="{683CC5F6-E9B5-49F2-909E-A68D38896308}" presName="DropPin" presStyleLbl="alignNode1" presStyleIdx="2" presStyleCnt="8"/>
      <dgm:spPr>
        <a:prstGeom prst="ellipse">
          <a:avLst/>
        </a:prstGeom>
        <a:solidFill>
          <a:schemeClr val="accent3"/>
        </a:solidFill>
        <a:ln>
          <a:noFill/>
        </a:ln>
      </dgm:spPr>
    </dgm:pt>
    <dgm:pt modelId="{DFE91A1F-E910-48AB-A4C9-128002268483}" type="pres">
      <dgm:prSet presAssocID="{683CC5F6-E9B5-49F2-909E-A68D38896308}" presName="Ellipse" presStyleLbl="fgAcc1" presStyleIdx="3" presStyleCnt="9"/>
      <dgm:spPr>
        <a:prstGeom prst="star12">
          <a:avLst/>
        </a:prstGeom>
        <a:solidFill>
          <a:schemeClr val="lt1">
            <a:hueOff val="0"/>
            <a:satOff val="0"/>
            <a:lum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FC8603F2-85FC-4134-978C-4054E468209C}" type="pres">
      <dgm:prSet presAssocID="{683CC5F6-E9B5-49F2-909E-A68D38896308}" presName="L2TextContainer" presStyleLbl="revTx" presStyleIdx="4" presStyleCnt="16">
        <dgm:presLayoutVars>
          <dgm:bulletEnabled val="1"/>
        </dgm:presLayoutVars>
      </dgm:prSet>
      <dgm:spPr/>
    </dgm:pt>
    <dgm:pt modelId="{4EB3AA5C-1289-44C6-9F3E-859ABA28E18F}" type="pres">
      <dgm:prSet presAssocID="{683CC5F6-E9B5-49F2-909E-A68D38896308}" presName="L1TextContainer" presStyleLbl="revTx" presStyleIdx="5" presStyleCnt="16">
        <dgm:presLayoutVars>
          <dgm:chMax val="1"/>
          <dgm:chPref val="1"/>
          <dgm:bulletEnabled val="1"/>
        </dgm:presLayoutVars>
      </dgm:prSet>
      <dgm:spPr/>
    </dgm:pt>
    <dgm:pt modelId="{0BB03C0E-97EC-4D66-9B09-35D689DAB28C}" type="pres">
      <dgm:prSet presAssocID="{683CC5F6-E9B5-49F2-909E-A68D38896308}" presName="ConnectLine" presStyleLbl="sibTrans1D1" presStyleIdx="2" presStyleCnt="8"/>
      <dgm:spPr>
        <a:noFill/>
        <a:ln w="114300" cap="rnd" cmpd="sng" algn="ctr">
          <a:solidFill>
            <a:schemeClr val="bg1">
              <a:lumMod val="95000"/>
            </a:schemeClr>
          </a:solidFill>
          <a:prstDash val="sysDot"/>
          <a:round/>
        </a:ln>
        <a:effectLst/>
      </dgm:spPr>
    </dgm:pt>
    <dgm:pt modelId="{1A7A92CB-81F0-42D4-87BF-4008DEFA9CA8}" type="pres">
      <dgm:prSet presAssocID="{683CC5F6-E9B5-49F2-909E-A68D38896308}" presName="EmptyPlaceHolder" presStyleCnt="0"/>
      <dgm:spPr/>
    </dgm:pt>
    <dgm:pt modelId="{ABE3202B-256B-4398-8B41-CB40EDB06266}" type="pres">
      <dgm:prSet presAssocID="{4C61DDEE-8BBF-4CBF-B066-7E60B6DF0A11}" presName="spaceBetweenRectangles" presStyleCnt="0"/>
      <dgm:spPr/>
    </dgm:pt>
    <dgm:pt modelId="{B744CD57-FD23-4E62-9589-4CAC57B034E9}" type="pres">
      <dgm:prSet presAssocID="{CA6B1BA0-B2FC-48AD-8EDA-F4AAA4AF2782}" presName="composite" presStyleCnt="0"/>
      <dgm:spPr/>
    </dgm:pt>
    <dgm:pt modelId="{D891B168-1DA5-4124-931F-A51FCB8EFC11}" type="pres">
      <dgm:prSet presAssocID="{CA6B1BA0-B2FC-48AD-8EDA-F4AAA4AF2782}" presName="ConnectorPoint" presStyleLbl="lnNode1" presStyleIdx="3" presStyleCnt="8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42206762-CD73-4F82-B16A-D168E2503215}" type="pres">
      <dgm:prSet presAssocID="{CA6B1BA0-B2FC-48AD-8EDA-F4AAA4AF2782}" presName="DropPinPlaceHolder" presStyleCnt="0"/>
      <dgm:spPr/>
    </dgm:pt>
    <dgm:pt modelId="{C0DBECBF-E3AA-450B-95D4-8349AA21B4F8}" type="pres">
      <dgm:prSet presAssocID="{CA6B1BA0-B2FC-48AD-8EDA-F4AAA4AF2782}" presName="DropPin" presStyleLbl="alignNode1" presStyleIdx="3" presStyleCnt="8"/>
      <dgm:spPr>
        <a:ln>
          <a:noFill/>
        </a:ln>
      </dgm:spPr>
    </dgm:pt>
    <dgm:pt modelId="{6EDDD44C-F5E4-49AD-B1D9-346B8B8AEE8F}" type="pres">
      <dgm:prSet presAssocID="{CA6B1BA0-B2FC-48AD-8EDA-F4AAA4AF2782}" presName="Ellipse" presStyleLbl="fgAcc1" presStyleIdx="4" presStyleCnt="9"/>
      <dgm:spPr>
        <a:prstGeom prst="donut">
          <a:avLst/>
        </a:prstGeom>
        <a:solidFill>
          <a:schemeClr val="lt1">
            <a:hueOff val="0"/>
            <a:satOff val="0"/>
            <a:lum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FE564261-183D-47F9-8E7E-BCFC5023A815}" type="pres">
      <dgm:prSet presAssocID="{CA6B1BA0-B2FC-48AD-8EDA-F4AAA4AF2782}" presName="L2TextContainer" presStyleLbl="revTx" presStyleIdx="6" presStyleCnt="16">
        <dgm:presLayoutVars>
          <dgm:bulletEnabled val="1"/>
        </dgm:presLayoutVars>
      </dgm:prSet>
      <dgm:spPr/>
    </dgm:pt>
    <dgm:pt modelId="{3DA36ABE-9810-4ED4-9A55-2905E7588D06}" type="pres">
      <dgm:prSet presAssocID="{CA6B1BA0-B2FC-48AD-8EDA-F4AAA4AF2782}" presName="L1TextContainer" presStyleLbl="revTx" presStyleIdx="7" presStyleCnt="16">
        <dgm:presLayoutVars>
          <dgm:chMax val="1"/>
          <dgm:chPref val="1"/>
          <dgm:bulletEnabled val="1"/>
        </dgm:presLayoutVars>
      </dgm:prSet>
      <dgm:spPr/>
    </dgm:pt>
    <dgm:pt modelId="{4B9F5909-A57C-4893-9C8A-D5960FE9BE37}" type="pres">
      <dgm:prSet presAssocID="{CA6B1BA0-B2FC-48AD-8EDA-F4AAA4AF2782}" presName="ConnectLine" presStyleLbl="sibTrans1D1" presStyleIdx="3" presStyleCnt="8"/>
      <dgm:spPr>
        <a:xfrm>
          <a:off x="4960678" y="2690813"/>
          <a:ext cx="0" cy="1592961"/>
        </a:xfrm>
        <a:prstGeom prst="line">
          <a:avLst/>
        </a:prstGeom>
        <a:noFill/>
        <a:ln w="3175" cap="flat" cmpd="sng" algn="ctr">
          <a:solidFill>
            <a:prstClr val="white">
              <a:lumMod val="85000"/>
            </a:prstClr>
          </a:solidFill>
          <a:prstDash val="solid"/>
          <a:miter lim="800000"/>
        </a:ln>
        <a:effectLst/>
      </dgm:spPr>
    </dgm:pt>
    <dgm:pt modelId="{DEDCEF89-DB8F-4197-B2D2-2D39426E0B96}" type="pres">
      <dgm:prSet presAssocID="{CA6B1BA0-B2FC-48AD-8EDA-F4AAA4AF2782}" presName="EmptyPlaceHolder" presStyleCnt="0"/>
      <dgm:spPr/>
    </dgm:pt>
    <dgm:pt modelId="{4A96FD2F-C127-41DC-AA54-1EEBED6BA483}" type="pres">
      <dgm:prSet presAssocID="{39FB540D-D808-4040-9A37-0AC474C0212F}" presName="spaceBetweenRectangles" presStyleCnt="0"/>
      <dgm:spPr/>
    </dgm:pt>
    <dgm:pt modelId="{A1AE2BC4-A99C-4DD3-A84D-EB3461D18287}" type="pres">
      <dgm:prSet presAssocID="{212ADAAB-D5CB-4BBC-8DAF-7340FD334994}" presName="composite" presStyleCnt="0"/>
      <dgm:spPr/>
    </dgm:pt>
    <dgm:pt modelId="{278CF1E0-B1C4-4B10-A5EC-FD7EF0557E2D}" type="pres">
      <dgm:prSet presAssocID="{212ADAAB-D5CB-4BBC-8DAF-7340FD334994}" presName="ConnectorPoint" presStyleLbl="lnNode1" presStyleIdx="4" presStyleCnt="8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27B65FB4-BE6A-41E6-BBE9-8DC9F7B73486}" type="pres">
      <dgm:prSet presAssocID="{212ADAAB-D5CB-4BBC-8DAF-7340FD334994}" presName="DropPinPlaceHolder" presStyleCnt="0"/>
      <dgm:spPr/>
    </dgm:pt>
    <dgm:pt modelId="{488CC4C6-DFBC-460C-A9ED-BEDA8CC682D4}" type="pres">
      <dgm:prSet presAssocID="{212ADAAB-D5CB-4BBC-8DAF-7340FD334994}" presName="DropPin" presStyleLbl="alignNode1" presStyleIdx="4" presStyleCnt="8"/>
      <dgm:spPr>
        <a:ln>
          <a:noFill/>
        </a:ln>
      </dgm:spPr>
    </dgm:pt>
    <dgm:pt modelId="{48CA82DA-B677-461B-A08D-337683480059}" type="pres">
      <dgm:prSet presAssocID="{212ADAAB-D5CB-4BBC-8DAF-7340FD334994}" presName="Ellipse" presStyleLbl="fgAcc1" presStyleIdx="5" presStyleCnt="9"/>
      <dgm:spPr>
        <a:prstGeom prst="donut">
          <a:avLst/>
        </a:prstGeom>
        <a:solidFill>
          <a:schemeClr val="lt1">
            <a:hueOff val="0"/>
            <a:satOff val="0"/>
            <a:lum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D1646913-A3FA-4470-A3E9-C64B0A13A62A}" type="pres">
      <dgm:prSet presAssocID="{212ADAAB-D5CB-4BBC-8DAF-7340FD334994}" presName="L2TextContainer" presStyleLbl="revTx" presStyleIdx="8" presStyleCnt="16">
        <dgm:presLayoutVars>
          <dgm:bulletEnabled val="1"/>
        </dgm:presLayoutVars>
      </dgm:prSet>
      <dgm:spPr/>
    </dgm:pt>
    <dgm:pt modelId="{6EC2FC68-E1B8-4274-8090-C2C96A4CD82C}" type="pres">
      <dgm:prSet presAssocID="{212ADAAB-D5CB-4BBC-8DAF-7340FD334994}" presName="L1TextContainer" presStyleLbl="revTx" presStyleIdx="9" presStyleCnt="16">
        <dgm:presLayoutVars>
          <dgm:chMax val="1"/>
          <dgm:chPref val="1"/>
          <dgm:bulletEnabled val="1"/>
        </dgm:presLayoutVars>
      </dgm:prSet>
      <dgm:spPr/>
    </dgm:pt>
    <dgm:pt modelId="{4F41BF23-550C-4E7F-977E-3D22E3AF7B51}" type="pres">
      <dgm:prSet presAssocID="{212ADAAB-D5CB-4BBC-8DAF-7340FD334994}" presName="ConnectLine" presStyleLbl="sibTrans1D1" presStyleIdx="4" presStyleCnt="8"/>
      <dgm:spPr>
        <a:xfrm>
          <a:off x="6519360" y="1097851"/>
          <a:ext cx="0" cy="1592961"/>
        </a:xfrm>
        <a:prstGeom prst="line">
          <a:avLst/>
        </a:prstGeom>
        <a:noFill/>
        <a:ln w="3175" cap="flat" cmpd="sng" algn="ctr">
          <a:solidFill>
            <a:prstClr val="white">
              <a:lumMod val="85000"/>
            </a:prstClr>
          </a:solidFill>
          <a:prstDash val="solid"/>
          <a:miter lim="800000"/>
        </a:ln>
        <a:effectLst/>
      </dgm:spPr>
    </dgm:pt>
    <dgm:pt modelId="{5018695D-CFD4-49F8-8967-BA8A0C0A0DE1}" type="pres">
      <dgm:prSet presAssocID="{212ADAAB-D5CB-4BBC-8DAF-7340FD334994}" presName="EmptyPlaceHolder" presStyleCnt="0"/>
      <dgm:spPr/>
    </dgm:pt>
    <dgm:pt modelId="{61EA613E-57A8-485F-A4A9-29037092E83A}" type="pres">
      <dgm:prSet presAssocID="{AB2787E4-2A8B-428D-A4AE-2B14DCFFC4E7}" presName="spaceBetweenRectangles" presStyleCnt="0"/>
      <dgm:spPr/>
    </dgm:pt>
    <dgm:pt modelId="{C1561328-0DEE-4E58-A484-2659E25AA897}" type="pres">
      <dgm:prSet presAssocID="{7D9C3BF7-C26C-48A4-9D65-5EFDDCFD8A01}" presName="composite" presStyleCnt="0"/>
      <dgm:spPr/>
    </dgm:pt>
    <dgm:pt modelId="{44FAFAF1-08D1-4266-B6E7-0575D69DF9B0}" type="pres">
      <dgm:prSet presAssocID="{7D9C3BF7-C26C-48A4-9D65-5EFDDCFD8A01}" presName="ConnectorPoint" presStyleLbl="lnNode1" presStyleIdx="5" presStyleCnt="8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9B2D34F5-5D34-4C1E-B8C7-82B2F91FED64}" type="pres">
      <dgm:prSet presAssocID="{7D9C3BF7-C26C-48A4-9D65-5EFDDCFD8A01}" presName="DropPinPlaceHolder" presStyleCnt="0"/>
      <dgm:spPr/>
    </dgm:pt>
    <dgm:pt modelId="{1BCC931B-4172-4445-9E09-7DC277A307D9}" type="pres">
      <dgm:prSet presAssocID="{7D9C3BF7-C26C-48A4-9D65-5EFDDCFD8A01}" presName="DropPin" presStyleLbl="alignNode1" presStyleIdx="5" presStyleCnt="8"/>
      <dgm:spPr/>
    </dgm:pt>
    <dgm:pt modelId="{2EF65538-9B7C-46C3-8B0A-96175C683394}" type="pres">
      <dgm:prSet presAssocID="{7D9C3BF7-C26C-48A4-9D65-5EFDDCFD8A01}" presName="Ellipse" presStyleLbl="fgAcc1" presStyleIdx="6" presStyleCnt="9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713ECBCF-B66A-4764-A839-4678E6AA1823}" type="pres">
      <dgm:prSet presAssocID="{7D9C3BF7-C26C-48A4-9D65-5EFDDCFD8A01}" presName="L2TextContainer" presStyleLbl="revTx" presStyleIdx="10" presStyleCnt="16">
        <dgm:presLayoutVars>
          <dgm:bulletEnabled val="1"/>
        </dgm:presLayoutVars>
      </dgm:prSet>
      <dgm:spPr/>
    </dgm:pt>
    <dgm:pt modelId="{CC44690A-91E0-40CD-8027-AE33E6D1E07B}" type="pres">
      <dgm:prSet presAssocID="{7D9C3BF7-C26C-48A4-9D65-5EFDDCFD8A01}" presName="L1TextContainer" presStyleLbl="revTx" presStyleIdx="11" presStyleCnt="16">
        <dgm:presLayoutVars>
          <dgm:chMax val="1"/>
          <dgm:chPref val="1"/>
          <dgm:bulletEnabled val="1"/>
        </dgm:presLayoutVars>
      </dgm:prSet>
      <dgm:spPr/>
    </dgm:pt>
    <dgm:pt modelId="{D2124400-5F13-4656-ABD0-7506140A7348}" type="pres">
      <dgm:prSet presAssocID="{7D9C3BF7-C26C-48A4-9D65-5EFDDCFD8A01}" presName="ConnectLine" presStyleLbl="sibTrans1D1" presStyleIdx="5" presStyleCnt="8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A0795A82-7E4B-4070-9206-521C1355180D}" type="pres">
      <dgm:prSet presAssocID="{7D9C3BF7-C26C-48A4-9D65-5EFDDCFD8A01}" presName="EmptyPlaceHolder" presStyleCnt="0"/>
      <dgm:spPr/>
    </dgm:pt>
    <dgm:pt modelId="{5D11F2EC-A189-4E1F-B42B-4A60621CC0BC}" type="pres">
      <dgm:prSet presAssocID="{4348A33C-5D0F-457F-BC29-493248808AAB}" presName="spaceBetweenRectangles" presStyleCnt="0"/>
      <dgm:spPr/>
    </dgm:pt>
    <dgm:pt modelId="{A4C78B2A-6A16-4756-8A4D-7AA488699A16}" type="pres">
      <dgm:prSet presAssocID="{971142EC-FCA4-4655-9388-A1D2BC83A5D0}" presName="composite" presStyleCnt="0"/>
      <dgm:spPr/>
    </dgm:pt>
    <dgm:pt modelId="{588920A1-8CFA-40BE-9768-F2065BEC037A}" type="pres">
      <dgm:prSet presAssocID="{971142EC-FCA4-4655-9388-A1D2BC83A5D0}" presName="ConnectorPoint" presStyleLbl="lnNode1" presStyleIdx="6" presStyleCnt="8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04FD3391-5493-46DE-9934-F33C7DA621C2}" type="pres">
      <dgm:prSet presAssocID="{971142EC-FCA4-4655-9388-A1D2BC83A5D0}" presName="DropPinPlaceHolder" presStyleCnt="0"/>
      <dgm:spPr/>
    </dgm:pt>
    <dgm:pt modelId="{0818CE93-53C6-4D76-9111-9E8D8F50EF5A}" type="pres">
      <dgm:prSet presAssocID="{971142EC-FCA4-4655-9388-A1D2BC83A5D0}" presName="DropPin" presStyleLbl="alignNode1" presStyleIdx="6" presStyleCnt="8"/>
      <dgm:spPr/>
    </dgm:pt>
    <dgm:pt modelId="{A0FFE94A-5447-4909-94D6-EAA316DE8BC9}" type="pres">
      <dgm:prSet presAssocID="{971142EC-FCA4-4655-9388-A1D2BC83A5D0}" presName="Ellipse" presStyleLbl="fgAcc1" presStyleIdx="7" presStyleCnt="9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0196ED43-F593-4266-8A52-1C9070840D5D}" type="pres">
      <dgm:prSet presAssocID="{971142EC-FCA4-4655-9388-A1D2BC83A5D0}" presName="L2TextContainer" presStyleLbl="revTx" presStyleIdx="12" presStyleCnt="16">
        <dgm:presLayoutVars>
          <dgm:bulletEnabled val="1"/>
        </dgm:presLayoutVars>
      </dgm:prSet>
      <dgm:spPr/>
    </dgm:pt>
    <dgm:pt modelId="{CEB0FC47-4C77-4383-8A8F-6552B3B41E81}" type="pres">
      <dgm:prSet presAssocID="{971142EC-FCA4-4655-9388-A1D2BC83A5D0}" presName="L1TextContainer" presStyleLbl="revTx" presStyleIdx="13" presStyleCnt="16">
        <dgm:presLayoutVars>
          <dgm:chMax val="1"/>
          <dgm:chPref val="1"/>
          <dgm:bulletEnabled val="1"/>
        </dgm:presLayoutVars>
      </dgm:prSet>
      <dgm:spPr/>
    </dgm:pt>
    <dgm:pt modelId="{D442FE13-F7AC-45BA-BE56-27D5722AA1A1}" type="pres">
      <dgm:prSet presAssocID="{971142EC-FCA4-4655-9388-A1D2BC83A5D0}" presName="ConnectLine" presStyleLbl="sibTrans1D1" presStyleIdx="6" presStyleCnt="8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22A6B14C-9257-483D-A223-405694213BA8}" type="pres">
      <dgm:prSet presAssocID="{971142EC-FCA4-4655-9388-A1D2BC83A5D0}" presName="EmptyPlaceHolder" presStyleCnt="0"/>
      <dgm:spPr/>
    </dgm:pt>
    <dgm:pt modelId="{768187D5-7666-4EE4-829D-291BB7559A0B}" type="pres">
      <dgm:prSet presAssocID="{240470AB-7884-47BE-8237-0DAD48D242E8}" presName="spaceBetweenRectangles" presStyleCnt="0"/>
      <dgm:spPr/>
    </dgm:pt>
    <dgm:pt modelId="{0F3B3032-C16A-44EB-AE28-CB7C1D797D2B}" type="pres">
      <dgm:prSet presAssocID="{A2560FD2-F12F-4A06-A96F-B86674952111}" presName="composite" presStyleCnt="0"/>
      <dgm:spPr/>
    </dgm:pt>
    <dgm:pt modelId="{A64C6D16-2F77-439A-848A-F1081C5E5CBE}" type="pres">
      <dgm:prSet presAssocID="{A2560FD2-F12F-4A06-A96F-B86674952111}" presName="ConnectorPoint" presStyleLbl="lnNode1" presStyleIdx="7" presStyleCnt="8"/>
      <dgm:spPr>
        <a:solidFill>
          <a:schemeClr val="accent3"/>
        </a:solidFill>
        <a:ln w="6350" cap="flat" cmpd="sng" algn="ctr">
          <a:noFill/>
          <a:prstDash val="solid"/>
          <a:miter lim="800000"/>
        </a:ln>
        <a:effectLst/>
      </dgm:spPr>
    </dgm:pt>
    <dgm:pt modelId="{8EFC6EAF-71E5-48C3-9F69-6FB96640B14F}" type="pres">
      <dgm:prSet presAssocID="{A2560FD2-F12F-4A06-A96F-B86674952111}" presName="DropPinPlaceHolder" presStyleCnt="0"/>
      <dgm:spPr/>
    </dgm:pt>
    <dgm:pt modelId="{73F98938-B973-410F-B6E0-43437FA146E6}" type="pres">
      <dgm:prSet presAssocID="{A2560FD2-F12F-4A06-A96F-B86674952111}" presName="DropPin" presStyleLbl="alignNode1" presStyleIdx="7" presStyleCnt="8"/>
      <dgm:spPr>
        <a:prstGeom prst="ellipse">
          <a:avLst/>
        </a:prstGeom>
        <a:solidFill>
          <a:schemeClr val="accent3"/>
        </a:solidFill>
        <a:ln>
          <a:noFill/>
        </a:ln>
      </dgm:spPr>
    </dgm:pt>
    <dgm:pt modelId="{26BE64BD-02BC-4C6F-AC50-F9617E59754D}" type="pres">
      <dgm:prSet presAssocID="{A2560FD2-F12F-4A06-A96F-B86674952111}" presName="Ellipse" presStyleLbl="fgAcc1" presStyleIdx="8" presStyleCnt="9"/>
      <dgm:spPr>
        <a:prstGeom prst="star12">
          <a:avLst/>
        </a:prstGeom>
        <a:solidFill>
          <a:schemeClr val="lt1">
            <a:hueOff val="0"/>
            <a:satOff val="0"/>
            <a:lum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5C5070CD-E29E-4F50-9A43-342A2DE968FF}" type="pres">
      <dgm:prSet presAssocID="{A2560FD2-F12F-4A06-A96F-B86674952111}" presName="L2TextContainer" presStyleLbl="revTx" presStyleIdx="14" presStyleCnt="16">
        <dgm:presLayoutVars>
          <dgm:bulletEnabled val="1"/>
        </dgm:presLayoutVars>
      </dgm:prSet>
      <dgm:spPr/>
    </dgm:pt>
    <dgm:pt modelId="{6FED4196-A0D3-4E5C-83DA-99291A8FFFC3}" type="pres">
      <dgm:prSet presAssocID="{A2560FD2-F12F-4A06-A96F-B86674952111}" presName="L1TextContainer" presStyleLbl="revTx" presStyleIdx="15" presStyleCnt="16">
        <dgm:presLayoutVars>
          <dgm:chMax val="1"/>
          <dgm:chPref val="1"/>
          <dgm:bulletEnabled val="1"/>
        </dgm:presLayoutVars>
      </dgm:prSet>
      <dgm:spPr/>
    </dgm:pt>
    <dgm:pt modelId="{54DE4918-169B-4E9C-B946-44A9D45AEC94}" type="pres">
      <dgm:prSet presAssocID="{A2560FD2-F12F-4A06-A96F-B86674952111}" presName="ConnectLine" presStyleLbl="sibTrans1D1" presStyleIdx="7" presStyleCnt="8"/>
      <dgm:spPr>
        <a:xfrm>
          <a:off x="8078042" y="2690813"/>
          <a:ext cx="0" cy="1592961"/>
        </a:xfrm>
        <a:prstGeom prst="line">
          <a:avLst/>
        </a:prstGeom>
        <a:noFill/>
        <a:ln w="114300" cap="rnd" cmpd="sng" algn="ctr">
          <a:solidFill>
            <a:prstClr val="white">
              <a:lumMod val="95000"/>
            </a:prstClr>
          </a:solidFill>
          <a:prstDash val="sysDot"/>
          <a:round/>
        </a:ln>
        <a:effectLst/>
      </dgm:spPr>
    </dgm:pt>
    <dgm:pt modelId="{75F2030E-997B-4809-B3F1-AEF48EEEDB2B}" type="pres">
      <dgm:prSet presAssocID="{A2560FD2-F12F-4A06-A96F-B86674952111}" presName="EmptyPlaceHolder" presStyleCnt="0"/>
      <dgm:spPr/>
    </dgm:pt>
  </dgm:ptLst>
  <dgm:cxnLst>
    <dgm:cxn modelId="{345C2104-D54F-4516-8439-A51FF7E18A99}" srcId="{63085546-7C7C-4B3E-ABEB-2669F1A65FB2}" destId="{7D9C3BF7-C26C-48A4-9D65-5EFDDCFD8A01}" srcOrd="5" destOrd="0" parTransId="{5384F26D-8FD9-40E1-A184-E96B3C444490}" sibTransId="{4348A33C-5D0F-457F-BC29-493248808AAB}"/>
    <dgm:cxn modelId="{EE5A8B07-ECEC-4AC8-BC64-5943109067AA}" type="presOf" srcId="{9DCEA5FC-4640-45AF-B712-7A4FD94AEF0D}" destId="{85C50C56-6DC8-4C47-8DBC-4FD6B1554AA4}" srcOrd="0" destOrd="0" presId="urn:microsoft.com/office/officeart/2017/3/layout/DropPinTimeline"/>
    <dgm:cxn modelId="{D10C9E2B-C99B-415A-B3A8-D4FBCC126D03}" type="presOf" srcId="{3CB04A44-4013-4CA7-90FD-29AFC3C15E37}" destId="{FE564261-183D-47F9-8E7E-BCFC5023A815}" srcOrd="0" destOrd="0" presId="urn:microsoft.com/office/officeart/2017/3/layout/DropPinTimeline"/>
    <dgm:cxn modelId="{39A11E5C-7A57-4117-A6DF-36000C29509C}" srcId="{9DCEA5FC-4640-45AF-B712-7A4FD94AEF0D}" destId="{831701CF-77C7-46C0-A913-8CC39517BAB8}" srcOrd="0" destOrd="0" parTransId="{13FBC60D-3EA6-4496-BA97-C1AE8C7F8961}" sibTransId="{75156CDF-E17B-4DAD-AE37-EA44D7F37090}"/>
    <dgm:cxn modelId="{DD687B5C-28C8-4088-99B8-D375C5FDAE4A}" srcId="{212ADAAB-D5CB-4BBC-8DAF-7340FD334994}" destId="{2AEE5C11-34AE-4EB7-8907-9BED418EA471}" srcOrd="0" destOrd="0" parTransId="{2E14AD1F-C7EA-45AE-ADC0-0EE92A6516CB}" sibTransId="{F36FDDA0-6B91-47CB-8114-B6F076E55FC8}"/>
    <dgm:cxn modelId="{3247AA5C-2F2D-4B72-BC42-B88B992C9408}" srcId="{63085546-7C7C-4B3E-ABEB-2669F1A65FB2}" destId="{971142EC-FCA4-4655-9388-A1D2BC83A5D0}" srcOrd="6" destOrd="0" parTransId="{9EB776CD-D1F3-4F00-9B9B-F1CF3BFD93B3}" sibTransId="{240470AB-7884-47BE-8237-0DAD48D242E8}"/>
    <dgm:cxn modelId="{2D1F0E65-EDB4-44C6-97DA-255FE3BA0893}" type="presOf" srcId="{971142EC-FCA4-4655-9388-A1D2BC83A5D0}" destId="{CEB0FC47-4C77-4383-8A8F-6552B3B41E81}" srcOrd="0" destOrd="0" presId="urn:microsoft.com/office/officeart/2017/3/layout/DropPinTimeline"/>
    <dgm:cxn modelId="{CE6DFB46-7790-4D64-A349-5DFF087E7D62}" type="presOf" srcId="{2AEE5C11-34AE-4EB7-8907-9BED418EA471}" destId="{D1646913-A3FA-4470-A3E9-C64B0A13A62A}" srcOrd="0" destOrd="0" presId="urn:microsoft.com/office/officeart/2017/3/layout/DropPinTimeline"/>
    <dgm:cxn modelId="{DBD99269-D7F7-4B47-B17B-A5AE402751D9}" srcId="{63085546-7C7C-4B3E-ABEB-2669F1A65FB2}" destId="{9DCEA5FC-4640-45AF-B712-7A4FD94AEF0D}" srcOrd="0" destOrd="0" parTransId="{929A5FD9-0612-4B79-9B59-C3C36D34A069}" sibTransId="{0A99745B-BB5C-49B3-A782-8DB57641F6C9}"/>
    <dgm:cxn modelId="{C8C7266C-2A0C-476A-85B3-F12BE2521F4C}" srcId="{63085546-7C7C-4B3E-ABEB-2669F1A65FB2}" destId="{212ADAAB-D5CB-4BBC-8DAF-7340FD334994}" srcOrd="4" destOrd="0" parTransId="{45F6D312-A686-491E-95E3-EFB9640CC472}" sibTransId="{AB2787E4-2A8B-428D-A4AE-2B14DCFFC4E7}"/>
    <dgm:cxn modelId="{24A8F052-3377-4BA4-8C62-CCF5039C85D7}" srcId="{CA6B1BA0-B2FC-48AD-8EDA-F4AAA4AF2782}" destId="{3CB04A44-4013-4CA7-90FD-29AFC3C15E37}" srcOrd="0" destOrd="0" parTransId="{ECEE936A-E3CC-4209-BECC-1CD0C85A2B72}" sibTransId="{D7A8F7A0-47A3-4464-B3B7-E0806DF46627}"/>
    <dgm:cxn modelId="{72BDC756-4740-4C61-BB87-91888602E9CE}" type="presOf" srcId="{683CC5F6-E9B5-49F2-909E-A68D38896308}" destId="{4EB3AA5C-1289-44C6-9F3E-859ABA28E18F}" srcOrd="0" destOrd="0" presId="urn:microsoft.com/office/officeart/2017/3/layout/DropPinTimeline"/>
    <dgm:cxn modelId="{B05C4C7C-FEB8-4825-98A0-C38D3021918A}" srcId="{096A9AF0-0DAE-4EB3-B448-4501DA034F4A}" destId="{92921081-529B-4D1C-83A4-C416BB4C5224}" srcOrd="0" destOrd="0" parTransId="{5AD2C2F8-A1D7-469B-93D8-B578BEFE51F8}" sibTransId="{ECC13403-1F53-4ED4-AE4F-334EEC7C8710}"/>
    <dgm:cxn modelId="{F3D98C7C-F64C-4061-804D-A00867815F27}" srcId="{971142EC-FCA4-4655-9388-A1D2BC83A5D0}" destId="{A9906231-F2DD-4F6F-8581-AF8BA7134A9F}" srcOrd="0" destOrd="0" parTransId="{9DEA7AD5-9140-4FF6-9216-A4501821F052}" sibTransId="{5944EE04-8442-4992-8ACB-042FAF301F98}"/>
    <dgm:cxn modelId="{95C18081-35AC-43C9-9E91-ABF35E3FDFA5}" type="presOf" srcId="{096A9AF0-0DAE-4EB3-B448-4501DA034F4A}" destId="{C1E34084-406C-48D5-88FE-7226282DBC49}" srcOrd="0" destOrd="0" presId="urn:microsoft.com/office/officeart/2017/3/layout/DropPinTimeline"/>
    <dgm:cxn modelId="{F9D8B584-9399-4A2B-8ADC-F71293A4822C}" srcId="{63085546-7C7C-4B3E-ABEB-2669F1A65FB2}" destId="{A2560FD2-F12F-4A06-A96F-B86674952111}" srcOrd="7" destOrd="0" parTransId="{96173659-138A-4A00-AE0B-9063EA9393A6}" sibTransId="{D3C3BC3F-2256-4FBC-AFA5-0D035E3EACD7}"/>
    <dgm:cxn modelId="{C4554585-AFA3-4F79-B80C-684CF67FBF9D}" srcId="{7D9C3BF7-C26C-48A4-9D65-5EFDDCFD8A01}" destId="{51701B55-59FC-40B6-80A6-D63D1DB639DC}" srcOrd="0" destOrd="0" parTransId="{FBFE70E1-5DFE-4B51-AF87-C43A65C1B2CC}" sibTransId="{BECE30A3-7255-425E-958A-1B797AB10D89}"/>
    <dgm:cxn modelId="{247DE591-0579-4FF5-9C62-940C4F67096B}" type="presOf" srcId="{63085546-7C7C-4B3E-ABEB-2669F1A65FB2}" destId="{7A5D3400-AF5B-4297-8592-4C1EDB9D0973}" srcOrd="0" destOrd="0" presId="urn:microsoft.com/office/officeart/2017/3/layout/DropPinTimeline"/>
    <dgm:cxn modelId="{6D293A94-7CDE-4DE9-ADE5-238D233644F8}" type="presOf" srcId="{92921081-529B-4D1C-83A4-C416BB4C5224}" destId="{B608C5A1-CE9E-4410-9F2F-F714CC6AB069}" srcOrd="0" destOrd="0" presId="urn:microsoft.com/office/officeart/2017/3/layout/DropPinTimeline"/>
    <dgm:cxn modelId="{F790D598-0197-4793-8AA3-8B80BEF93AE1}" type="presOf" srcId="{7D9C3BF7-C26C-48A4-9D65-5EFDDCFD8A01}" destId="{CC44690A-91E0-40CD-8027-AE33E6D1E07B}" srcOrd="0" destOrd="0" presId="urn:microsoft.com/office/officeart/2017/3/layout/DropPinTimeline"/>
    <dgm:cxn modelId="{147E67A2-4E10-4550-8656-E5E6B34BE502}" type="presOf" srcId="{CA6B1BA0-B2FC-48AD-8EDA-F4AAA4AF2782}" destId="{3DA36ABE-9810-4ED4-9A55-2905E7588D06}" srcOrd="0" destOrd="0" presId="urn:microsoft.com/office/officeart/2017/3/layout/DropPinTimeline"/>
    <dgm:cxn modelId="{AF5DBAA9-7BE6-4C93-B7C6-8BA6EB771195}" type="presOf" srcId="{4EA069F3-397F-40D5-94A6-32C3E355C277}" destId="{FC8603F2-85FC-4134-978C-4054E468209C}" srcOrd="0" destOrd="0" presId="urn:microsoft.com/office/officeart/2017/3/layout/DropPinTimeline"/>
    <dgm:cxn modelId="{99746BB5-7122-43B8-8680-CF610F03585C}" srcId="{A2560FD2-F12F-4A06-A96F-B86674952111}" destId="{1E529C6E-C939-479A-A075-9E9B02837B50}" srcOrd="0" destOrd="0" parTransId="{46B3C017-F97A-4640-992A-33AEE06B2EFC}" sibTransId="{192E80CB-2667-481C-8244-6EC4AEED1BC2}"/>
    <dgm:cxn modelId="{B2334DB5-0A2D-486F-BB49-9D4FE4409368}" type="presOf" srcId="{A9906231-F2DD-4F6F-8581-AF8BA7134A9F}" destId="{0196ED43-F593-4266-8A52-1C9070840D5D}" srcOrd="0" destOrd="0" presId="urn:microsoft.com/office/officeart/2017/3/layout/DropPinTimeline"/>
    <dgm:cxn modelId="{9ACE80B8-8F3E-41E3-AE19-6052EF3DF176}" type="presOf" srcId="{A2560FD2-F12F-4A06-A96F-B86674952111}" destId="{6FED4196-A0D3-4E5C-83DA-99291A8FFFC3}" srcOrd="0" destOrd="0" presId="urn:microsoft.com/office/officeart/2017/3/layout/DropPinTimeline"/>
    <dgm:cxn modelId="{AB7591BA-AB1B-42E4-9352-1022DB75095A}" type="presOf" srcId="{831701CF-77C7-46C0-A913-8CC39517BAB8}" destId="{A782CF5D-A585-4990-846A-5EDBD19A9BDB}" srcOrd="0" destOrd="0" presId="urn:microsoft.com/office/officeart/2017/3/layout/DropPinTimeline"/>
    <dgm:cxn modelId="{CA0753BD-DB60-4D68-8486-5B376B839B26}" srcId="{63085546-7C7C-4B3E-ABEB-2669F1A65FB2}" destId="{096A9AF0-0DAE-4EB3-B448-4501DA034F4A}" srcOrd="1" destOrd="0" parTransId="{8CE6ABD6-768E-42C8-9029-C3B5F278B21C}" sibTransId="{6B0D7DA9-E6ED-4137-9716-F48BF62327A8}"/>
    <dgm:cxn modelId="{10B931C1-201B-4C61-B5A2-8DCA5ECDD85C}" type="presOf" srcId="{212ADAAB-D5CB-4BBC-8DAF-7340FD334994}" destId="{6EC2FC68-E1B8-4274-8090-C2C96A4CD82C}" srcOrd="0" destOrd="0" presId="urn:microsoft.com/office/officeart/2017/3/layout/DropPinTimeline"/>
    <dgm:cxn modelId="{BC5A70C8-9D97-4922-BCDB-6316D191C527}" srcId="{683CC5F6-E9B5-49F2-909E-A68D38896308}" destId="{4EA069F3-397F-40D5-94A6-32C3E355C277}" srcOrd="0" destOrd="0" parTransId="{2F99115B-608E-4E08-A503-B74879A76D07}" sibTransId="{E94D5EF7-F47C-476C-A5FE-1C35261B578A}"/>
    <dgm:cxn modelId="{B0C93BD2-6294-4AA1-8A0D-8FD27AB4D2AC}" type="presOf" srcId="{51701B55-59FC-40B6-80A6-D63D1DB639DC}" destId="{713ECBCF-B66A-4764-A839-4678E6AA1823}" srcOrd="0" destOrd="0" presId="urn:microsoft.com/office/officeart/2017/3/layout/DropPinTimeline"/>
    <dgm:cxn modelId="{E12EC4DD-0B27-482C-8F6A-87851BDC38FD}" type="presOf" srcId="{1E529C6E-C939-479A-A075-9E9B02837B50}" destId="{5C5070CD-E29E-4F50-9A43-342A2DE968FF}" srcOrd="0" destOrd="0" presId="urn:microsoft.com/office/officeart/2017/3/layout/DropPinTimeline"/>
    <dgm:cxn modelId="{CD6B6EE8-3813-4EF1-BFEC-C005A3326D63}" srcId="{63085546-7C7C-4B3E-ABEB-2669F1A65FB2}" destId="{CA6B1BA0-B2FC-48AD-8EDA-F4AAA4AF2782}" srcOrd="3" destOrd="0" parTransId="{D7D3AA07-BCB9-4212-A556-E90870FB1413}" sibTransId="{39FB540D-D808-4040-9A37-0AC474C0212F}"/>
    <dgm:cxn modelId="{59786CF9-070F-4821-A4E9-D33DB930D8D2}" srcId="{63085546-7C7C-4B3E-ABEB-2669F1A65FB2}" destId="{683CC5F6-E9B5-49F2-909E-A68D38896308}" srcOrd="2" destOrd="0" parTransId="{15BFC747-B881-4328-BFBE-9BC128388CC6}" sibTransId="{4C61DDEE-8BBF-4CBF-B066-7E60B6DF0A11}"/>
    <dgm:cxn modelId="{6FFC01AC-72D7-48D3-A892-D58F86D5424C}" type="presParOf" srcId="{7A5D3400-AF5B-4297-8592-4C1EDB9D0973}" destId="{BD204284-1F7C-4D58-BC79-8C2DEE7E9FAF}" srcOrd="0" destOrd="0" presId="urn:microsoft.com/office/officeart/2017/3/layout/DropPinTimeline"/>
    <dgm:cxn modelId="{5A6BD7BA-BE1B-4003-9A50-7997A4D137CC}" type="presParOf" srcId="{7A5D3400-AF5B-4297-8592-4C1EDB9D0973}" destId="{46A6B157-7198-41C4-9D25-C4F8885F1B6F}" srcOrd="1" destOrd="0" presId="urn:microsoft.com/office/officeart/2017/3/layout/DropPinTimeline"/>
    <dgm:cxn modelId="{D4DF37A2-8CA9-46A6-92EF-0F4FAF063079}" type="presParOf" srcId="{46A6B157-7198-41C4-9D25-C4F8885F1B6F}" destId="{578E6A06-6F61-48BD-9F1A-48E731D6E26D}" srcOrd="0" destOrd="0" presId="urn:microsoft.com/office/officeart/2017/3/layout/DropPinTimeline"/>
    <dgm:cxn modelId="{35E5EA47-4154-4259-AE9E-ABC6404BCE03}" type="presParOf" srcId="{578E6A06-6F61-48BD-9F1A-48E731D6E26D}" destId="{9F727168-E825-43C1-AF50-41E115F59C0C}" srcOrd="0" destOrd="0" presId="urn:microsoft.com/office/officeart/2017/3/layout/DropPinTimeline"/>
    <dgm:cxn modelId="{EE962E2B-C8C7-4491-9C93-A4ECFF0B881D}" type="presParOf" srcId="{578E6A06-6F61-48BD-9F1A-48E731D6E26D}" destId="{0C380CA5-521A-4949-A022-450DA9C217F5}" srcOrd="1" destOrd="0" presId="urn:microsoft.com/office/officeart/2017/3/layout/DropPinTimeline"/>
    <dgm:cxn modelId="{A4C0EEF0-CA6D-403E-89A2-3F7343A72736}" type="presParOf" srcId="{0C380CA5-521A-4949-A022-450DA9C217F5}" destId="{19EF924A-339B-436A-9151-9C7B0B0377B9}" srcOrd="0" destOrd="0" presId="urn:microsoft.com/office/officeart/2017/3/layout/DropPinTimeline"/>
    <dgm:cxn modelId="{BBD5897C-FB80-496E-A425-8115BAA5713E}" type="presParOf" srcId="{0C380CA5-521A-4949-A022-450DA9C217F5}" destId="{846B4BA4-33F0-43CE-A60E-B95E195AD5A9}" srcOrd="1" destOrd="0" presId="urn:microsoft.com/office/officeart/2017/3/layout/DropPinTimeline"/>
    <dgm:cxn modelId="{C17801CD-AD72-4676-980C-83FC8565CE44}" type="presParOf" srcId="{578E6A06-6F61-48BD-9F1A-48E731D6E26D}" destId="{A782CF5D-A585-4990-846A-5EDBD19A9BDB}" srcOrd="2" destOrd="0" presId="urn:microsoft.com/office/officeart/2017/3/layout/DropPinTimeline"/>
    <dgm:cxn modelId="{3268F4AF-BCA7-4662-BF40-28C0B768872B}" type="presParOf" srcId="{578E6A06-6F61-48BD-9F1A-48E731D6E26D}" destId="{85C50C56-6DC8-4C47-8DBC-4FD6B1554AA4}" srcOrd="3" destOrd="0" presId="urn:microsoft.com/office/officeart/2017/3/layout/DropPinTimeline"/>
    <dgm:cxn modelId="{E45C41C8-C4A0-417C-8822-D9D6A9B19CF4}" type="presParOf" srcId="{578E6A06-6F61-48BD-9F1A-48E731D6E26D}" destId="{4F322B1B-F357-4BCD-BF34-8A0D705A1CE7}" srcOrd="4" destOrd="0" presId="urn:microsoft.com/office/officeart/2017/3/layout/DropPinTimeline"/>
    <dgm:cxn modelId="{3AB16E8D-5334-4E73-95BB-25AD2D387AFF}" type="presParOf" srcId="{578E6A06-6F61-48BD-9F1A-48E731D6E26D}" destId="{9FF32B1E-94FD-475E-9959-8E0546070C5B}" srcOrd="5" destOrd="0" presId="urn:microsoft.com/office/officeart/2017/3/layout/DropPinTimeline"/>
    <dgm:cxn modelId="{AF51345C-5D3E-43BA-B82E-139DA40C6C99}" type="presParOf" srcId="{46A6B157-7198-41C4-9D25-C4F8885F1B6F}" destId="{C9E000F5-B650-46EB-A3B0-FBA6593CE548}" srcOrd="1" destOrd="0" presId="urn:microsoft.com/office/officeart/2017/3/layout/DropPinTimeline"/>
    <dgm:cxn modelId="{7CCB8635-57EB-48BB-B0E5-B743B5002B87}" type="presParOf" srcId="{46A6B157-7198-41C4-9D25-C4F8885F1B6F}" destId="{64373A7D-C7A5-4C0C-9781-58743159539A}" srcOrd="2" destOrd="0" presId="urn:microsoft.com/office/officeart/2017/3/layout/DropPinTimeline"/>
    <dgm:cxn modelId="{EB4D1694-9851-4279-8B8D-C8D6294A5A46}" type="presParOf" srcId="{64373A7D-C7A5-4C0C-9781-58743159539A}" destId="{B57996C3-16BE-4CEB-B9E2-6FFC42938F41}" srcOrd="0" destOrd="0" presId="urn:microsoft.com/office/officeart/2017/3/layout/DropPinTimeline"/>
    <dgm:cxn modelId="{45B7D508-7DD9-4837-AE8F-AA82BA1658BF}" type="presParOf" srcId="{64373A7D-C7A5-4C0C-9781-58743159539A}" destId="{BC71368F-DA7E-405D-93AC-3A6767BF9FC6}" srcOrd="1" destOrd="0" presId="urn:microsoft.com/office/officeart/2017/3/layout/DropPinTimeline"/>
    <dgm:cxn modelId="{71FE7B61-DB0C-445B-B03E-7FB4120CA70F}" type="presParOf" srcId="{BC71368F-DA7E-405D-93AC-3A6767BF9FC6}" destId="{5B4632EA-1574-417A-A3FA-D711159FBAD1}" srcOrd="0" destOrd="0" presId="urn:microsoft.com/office/officeart/2017/3/layout/DropPinTimeline"/>
    <dgm:cxn modelId="{3CCB8072-FB96-4315-B711-D2E6A198B688}" type="presParOf" srcId="{BC71368F-DA7E-405D-93AC-3A6767BF9FC6}" destId="{032E0966-F86B-4BBD-BE80-8FAB861AF0E8}" srcOrd="1" destOrd="0" presId="urn:microsoft.com/office/officeart/2017/3/layout/DropPinTimeline"/>
    <dgm:cxn modelId="{98D7C2E8-4875-43A8-99E1-C37ED84E7382}" type="presParOf" srcId="{64373A7D-C7A5-4C0C-9781-58743159539A}" destId="{B608C5A1-CE9E-4410-9F2F-F714CC6AB069}" srcOrd="2" destOrd="0" presId="urn:microsoft.com/office/officeart/2017/3/layout/DropPinTimeline"/>
    <dgm:cxn modelId="{475992A5-3130-4AA4-9323-179BB9D214C4}" type="presParOf" srcId="{64373A7D-C7A5-4C0C-9781-58743159539A}" destId="{C1E34084-406C-48D5-88FE-7226282DBC49}" srcOrd="3" destOrd="0" presId="urn:microsoft.com/office/officeart/2017/3/layout/DropPinTimeline"/>
    <dgm:cxn modelId="{0B255CF1-B5D4-4367-9A96-EB39558F1AA0}" type="presParOf" srcId="{64373A7D-C7A5-4C0C-9781-58743159539A}" destId="{33168228-1414-4AAF-B7E5-C08A80BBB2F1}" srcOrd="4" destOrd="0" presId="urn:microsoft.com/office/officeart/2017/3/layout/DropPinTimeline"/>
    <dgm:cxn modelId="{77A82F30-9990-4819-98F4-AE51401698DB}" type="presParOf" srcId="{64373A7D-C7A5-4C0C-9781-58743159539A}" destId="{C791BCDD-76D3-4E0E-98B9-0C4903CF0E94}" srcOrd="5" destOrd="0" presId="urn:microsoft.com/office/officeart/2017/3/layout/DropPinTimeline"/>
    <dgm:cxn modelId="{C5AB7793-5476-4D65-B982-9FDA91532719}" type="presParOf" srcId="{46A6B157-7198-41C4-9D25-C4F8885F1B6F}" destId="{3B1DA912-FDB7-4F73-8823-B30C56F7DE86}" srcOrd="3" destOrd="0" presId="urn:microsoft.com/office/officeart/2017/3/layout/DropPinTimeline"/>
    <dgm:cxn modelId="{431D83A9-7863-4130-AE33-27234EADD61D}" type="presParOf" srcId="{46A6B157-7198-41C4-9D25-C4F8885F1B6F}" destId="{DCEEC7C0-6CAC-4153-B66A-D920E3B7F504}" srcOrd="4" destOrd="0" presId="urn:microsoft.com/office/officeart/2017/3/layout/DropPinTimeline"/>
    <dgm:cxn modelId="{3B79159A-1B32-47FD-A39F-FCC06D6D14FC}" type="presParOf" srcId="{DCEEC7C0-6CAC-4153-B66A-D920E3B7F504}" destId="{56361E50-9FEC-48AD-A369-C1A8379B35EC}" srcOrd="0" destOrd="0" presId="urn:microsoft.com/office/officeart/2017/3/layout/DropPinTimeline"/>
    <dgm:cxn modelId="{8067F2FB-196D-4DC8-95E2-18D6D6B7B7D5}" type="presParOf" srcId="{DCEEC7C0-6CAC-4153-B66A-D920E3B7F504}" destId="{70AC7E27-D774-4261-A80F-683BBD09A81D}" srcOrd="1" destOrd="0" presId="urn:microsoft.com/office/officeart/2017/3/layout/DropPinTimeline"/>
    <dgm:cxn modelId="{6267ED7D-BC1B-4CB2-8F1D-A741A2F4232F}" type="presParOf" srcId="{70AC7E27-D774-4261-A80F-683BBD09A81D}" destId="{7BC09B8D-1C75-4604-9F35-AEC078447C45}" srcOrd="0" destOrd="0" presId="urn:microsoft.com/office/officeart/2017/3/layout/DropPinTimeline"/>
    <dgm:cxn modelId="{3B008F1D-6C29-4454-AF81-94A673C132DD}" type="presParOf" srcId="{70AC7E27-D774-4261-A80F-683BBD09A81D}" destId="{DFE91A1F-E910-48AB-A4C9-128002268483}" srcOrd="1" destOrd="0" presId="urn:microsoft.com/office/officeart/2017/3/layout/DropPinTimeline"/>
    <dgm:cxn modelId="{AA4ECA12-8EA8-4B79-8DEA-FD5F2884754A}" type="presParOf" srcId="{DCEEC7C0-6CAC-4153-B66A-D920E3B7F504}" destId="{FC8603F2-85FC-4134-978C-4054E468209C}" srcOrd="2" destOrd="0" presId="urn:microsoft.com/office/officeart/2017/3/layout/DropPinTimeline"/>
    <dgm:cxn modelId="{30E6EEB0-E530-4CF3-9D5E-2B4DFC755D47}" type="presParOf" srcId="{DCEEC7C0-6CAC-4153-B66A-D920E3B7F504}" destId="{4EB3AA5C-1289-44C6-9F3E-859ABA28E18F}" srcOrd="3" destOrd="0" presId="urn:microsoft.com/office/officeart/2017/3/layout/DropPinTimeline"/>
    <dgm:cxn modelId="{4DD79C7A-DFDF-4EB4-88A6-1F3FA4FC1028}" type="presParOf" srcId="{DCEEC7C0-6CAC-4153-B66A-D920E3B7F504}" destId="{0BB03C0E-97EC-4D66-9B09-35D689DAB28C}" srcOrd="4" destOrd="0" presId="urn:microsoft.com/office/officeart/2017/3/layout/DropPinTimeline"/>
    <dgm:cxn modelId="{21D1C5EB-AA7D-4ED3-83A8-2252698AC2CE}" type="presParOf" srcId="{DCEEC7C0-6CAC-4153-B66A-D920E3B7F504}" destId="{1A7A92CB-81F0-42D4-87BF-4008DEFA9CA8}" srcOrd="5" destOrd="0" presId="urn:microsoft.com/office/officeart/2017/3/layout/DropPinTimeline"/>
    <dgm:cxn modelId="{AA4ABBB7-7900-4018-891A-130A10568CF6}" type="presParOf" srcId="{46A6B157-7198-41C4-9D25-C4F8885F1B6F}" destId="{ABE3202B-256B-4398-8B41-CB40EDB06266}" srcOrd="5" destOrd="0" presId="urn:microsoft.com/office/officeart/2017/3/layout/DropPinTimeline"/>
    <dgm:cxn modelId="{0C5D55E1-BE90-49DC-8798-3E3922E6208C}" type="presParOf" srcId="{46A6B157-7198-41C4-9D25-C4F8885F1B6F}" destId="{B744CD57-FD23-4E62-9589-4CAC57B034E9}" srcOrd="6" destOrd="0" presId="urn:microsoft.com/office/officeart/2017/3/layout/DropPinTimeline"/>
    <dgm:cxn modelId="{DF483F48-A319-4782-A4A8-0915EE112C45}" type="presParOf" srcId="{B744CD57-FD23-4E62-9589-4CAC57B034E9}" destId="{D891B168-1DA5-4124-931F-A51FCB8EFC11}" srcOrd="0" destOrd="0" presId="urn:microsoft.com/office/officeart/2017/3/layout/DropPinTimeline"/>
    <dgm:cxn modelId="{B5779F3F-3379-4E8E-B420-D1A6A02E21AA}" type="presParOf" srcId="{B744CD57-FD23-4E62-9589-4CAC57B034E9}" destId="{42206762-CD73-4F82-B16A-D168E2503215}" srcOrd="1" destOrd="0" presId="urn:microsoft.com/office/officeart/2017/3/layout/DropPinTimeline"/>
    <dgm:cxn modelId="{B815CFF0-EDAE-4393-BA8B-254DE0360D68}" type="presParOf" srcId="{42206762-CD73-4F82-B16A-D168E2503215}" destId="{C0DBECBF-E3AA-450B-95D4-8349AA21B4F8}" srcOrd="0" destOrd="0" presId="urn:microsoft.com/office/officeart/2017/3/layout/DropPinTimeline"/>
    <dgm:cxn modelId="{E744448B-C76E-435B-92F9-C0C1D663F47D}" type="presParOf" srcId="{42206762-CD73-4F82-B16A-D168E2503215}" destId="{6EDDD44C-F5E4-49AD-B1D9-346B8B8AEE8F}" srcOrd="1" destOrd="0" presId="urn:microsoft.com/office/officeart/2017/3/layout/DropPinTimeline"/>
    <dgm:cxn modelId="{4F1FC657-BA0B-4891-895D-BF97FB7D221F}" type="presParOf" srcId="{B744CD57-FD23-4E62-9589-4CAC57B034E9}" destId="{FE564261-183D-47F9-8E7E-BCFC5023A815}" srcOrd="2" destOrd="0" presId="urn:microsoft.com/office/officeart/2017/3/layout/DropPinTimeline"/>
    <dgm:cxn modelId="{5C734C6D-8CC5-42AC-BF6B-7D3076FECAEF}" type="presParOf" srcId="{B744CD57-FD23-4E62-9589-4CAC57B034E9}" destId="{3DA36ABE-9810-4ED4-9A55-2905E7588D06}" srcOrd="3" destOrd="0" presId="urn:microsoft.com/office/officeart/2017/3/layout/DropPinTimeline"/>
    <dgm:cxn modelId="{2D620E75-2214-4FC9-BF46-D7DEB9BD29FA}" type="presParOf" srcId="{B744CD57-FD23-4E62-9589-4CAC57B034E9}" destId="{4B9F5909-A57C-4893-9C8A-D5960FE9BE37}" srcOrd="4" destOrd="0" presId="urn:microsoft.com/office/officeart/2017/3/layout/DropPinTimeline"/>
    <dgm:cxn modelId="{DCDE3804-0293-4249-8452-CD63F1AFD811}" type="presParOf" srcId="{B744CD57-FD23-4E62-9589-4CAC57B034E9}" destId="{DEDCEF89-DB8F-4197-B2D2-2D39426E0B96}" srcOrd="5" destOrd="0" presId="urn:microsoft.com/office/officeart/2017/3/layout/DropPinTimeline"/>
    <dgm:cxn modelId="{C708B215-406B-48A3-B884-79183F15FF08}" type="presParOf" srcId="{46A6B157-7198-41C4-9D25-C4F8885F1B6F}" destId="{4A96FD2F-C127-41DC-AA54-1EEBED6BA483}" srcOrd="7" destOrd="0" presId="urn:microsoft.com/office/officeart/2017/3/layout/DropPinTimeline"/>
    <dgm:cxn modelId="{C60FCA5D-A8E4-4F5E-A79F-0E48941C1D0C}" type="presParOf" srcId="{46A6B157-7198-41C4-9D25-C4F8885F1B6F}" destId="{A1AE2BC4-A99C-4DD3-A84D-EB3461D18287}" srcOrd="8" destOrd="0" presId="urn:microsoft.com/office/officeart/2017/3/layout/DropPinTimeline"/>
    <dgm:cxn modelId="{D23BDC59-5393-4DAE-B527-CF58A922E3A7}" type="presParOf" srcId="{A1AE2BC4-A99C-4DD3-A84D-EB3461D18287}" destId="{278CF1E0-B1C4-4B10-A5EC-FD7EF0557E2D}" srcOrd="0" destOrd="0" presId="urn:microsoft.com/office/officeart/2017/3/layout/DropPinTimeline"/>
    <dgm:cxn modelId="{4144E32F-4573-48A1-A948-463B85C05A64}" type="presParOf" srcId="{A1AE2BC4-A99C-4DD3-A84D-EB3461D18287}" destId="{27B65FB4-BE6A-41E6-BBE9-8DC9F7B73486}" srcOrd="1" destOrd="0" presId="urn:microsoft.com/office/officeart/2017/3/layout/DropPinTimeline"/>
    <dgm:cxn modelId="{C6A9E89F-C85A-4365-89FC-C85B2B795D97}" type="presParOf" srcId="{27B65FB4-BE6A-41E6-BBE9-8DC9F7B73486}" destId="{488CC4C6-DFBC-460C-A9ED-BEDA8CC682D4}" srcOrd="0" destOrd="0" presId="urn:microsoft.com/office/officeart/2017/3/layout/DropPinTimeline"/>
    <dgm:cxn modelId="{7D73923A-ED4E-43E1-B321-11ECDC4B2A1B}" type="presParOf" srcId="{27B65FB4-BE6A-41E6-BBE9-8DC9F7B73486}" destId="{48CA82DA-B677-461B-A08D-337683480059}" srcOrd="1" destOrd="0" presId="urn:microsoft.com/office/officeart/2017/3/layout/DropPinTimeline"/>
    <dgm:cxn modelId="{DF5A6C1B-B5C5-41C6-84CF-3082DFD0A1BE}" type="presParOf" srcId="{A1AE2BC4-A99C-4DD3-A84D-EB3461D18287}" destId="{D1646913-A3FA-4470-A3E9-C64B0A13A62A}" srcOrd="2" destOrd="0" presId="urn:microsoft.com/office/officeart/2017/3/layout/DropPinTimeline"/>
    <dgm:cxn modelId="{A6BD8226-9C89-4BF0-9A66-FFF9FED2674F}" type="presParOf" srcId="{A1AE2BC4-A99C-4DD3-A84D-EB3461D18287}" destId="{6EC2FC68-E1B8-4274-8090-C2C96A4CD82C}" srcOrd="3" destOrd="0" presId="urn:microsoft.com/office/officeart/2017/3/layout/DropPinTimeline"/>
    <dgm:cxn modelId="{4F8DDFE3-B43B-438E-9C7E-A65EAF0F13AC}" type="presParOf" srcId="{A1AE2BC4-A99C-4DD3-A84D-EB3461D18287}" destId="{4F41BF23-550C-4E7F-977E-3D22E3AF7B51}" srcOrd="4" destOrd="0" presId="urn:microsoft.com/office/officeart/2017/3/layout/DropPinTimeline"/>
    <dgm:cxn modelId="{820472E0-A0ED-4CED-9165-B9D2373E0CE2}" type="presParOf" srcId="{A1AE2BC4-A99C-4DD3-A84D-EB3461D18287}" destId="{5018695D-CFD4-49F8-8967-BA8A0C0A0DE1}" srcOrd="5" destOrd="0" presId="urn:microsoft.com/office/officeart/2017/3/layout/DropPinTimeline"/>
    <dgm:cxn modelId="{EF099C51-8648-418F-9742-20A91F96E3E7}" type="presParOf" srcId="{46A6B157-7198-41C4-9D25-C4F8885F1B6F}" destId="{61EA613E-57A8-485F-A4A9-29037092E83A}" srcOrd="9" destOrd="0" presId="urn:microsoft.com/office/officeart/2017/3/layout/DropPinTimeline"/>
    <dgm:cxn modelId="{771DCF94-4F85-4298-B32E-004C16866E4C}" type="presParOf" srcId="{46A6B157-7198-41C4-9D25-C4F8885F1B6F}" destId="{C1561328-0DEE-4E58-A484-2659E25AA897}" srcOrd="10" destOrd="0" presId="urn:microsoft.com/office/officeart/2017/3/layout/DropPinTimeline"/>
    <dgm:cxn modelId="{BA17AED0-EDF0-4660-9624-763B3A37D500}" type="presParOf" srcId="{C1561328-0DEE-4E58-A484-2659E25AA897}" destId="{44FAFAF1-08D1-4266-B6E7-0575D69DF9B0}" srcOrd="0" destOrd="0" presId="urn:microsoft.com/office/officeart/2017/3/layout/DropPinTimeline"/>
    <dgm:cxn modelId="{36ED07CE-818E-433F-880B-612786A85884}" type="presParOf" srcId="{C1561328-0DEE-4E58-A484-2659E25AA897}" destId="{9B2D34F5-5D34-4C1E-B8C7-82B2F91FED64}" srcOrd="1" destOrd="0" presId="urn:microsoft.com/office/officeart/2017/3/layout/DropPinTimeline"/>
    <dgm:cxn modelId="{6490D42D-910E-4BB1-B9AE-E4D56D51A1BC}" type="presParOf" srcId="{9B2D34F5-5D34-4C1E-B8C7-82B2F91FED64}" destId="{1BCC931B-4172-4445-9E09-7DC277A307D9}" srcOrd="0" destOrd="0" presId="urn:microsoft.com/office/officeart/2017/3/layout/DropPinTimeline"/>
    <dgm:cxn modelId="{EFEF641B-395D-47ED-905A-889A7C942DB9}" type="presParOf" srcId="{9B2D34F5-5D34-4C1E-B8C7-82B2F91FED64}" destId="{2EF65538-9B7C-46C3-8B0A-96175C683394}" srcOrd="1" destOrd="0" presId="urn:microsoft.com/office/officeart/2017/3/layout/DropPinTimeline"/>
    <dgm:cxn modelId="{396097C8-C773-44E1-A508-34714B06D387}" type="presParOf" srcId="{C1561328-0DEE-4E58-A484-2659E25AA897}" destId="{713ECBCF-B66A-4764-A839-4678E6AA1823}" srcOrd="2" destOrd="0" presId="urn:microsoft.com/office/officeart/2017/3/layout/DropPinTimeline"/>
    <dgm:cxn modelId="{CE0EDEE6-A87E-4DD7-B32C-D8F17DB3B850}" type="presParOf" srcId="{C1561328-0DEE-4E58-A484-2659E25AA897}" destId="{CC44690A-91E0-40CD-8027-AE33E6D1E07B}" srcOrd="3" destOrd="0" presId="urn:microsoft.com/office/officeart/2017/3/layout/DropPinTimeline"/>
    <dgm:cxn modelId="{82DA0813-E2BB-42E8-B289-09F443013367}" type="presParOf" srcId="{C1561328-0DEE-4E58-A484-2659E25AA897}" destId="{D2124400-5F13-4656-ABD0-7506140A7348}" srcOrd="4" destOrd="0" presId="urn:microsoft.com/office/officeart/2017/3/layout/DropPinTimeline"/>
    <dgm:cxn modelId="{508C715A-7273-48A0-910D-4EE191AEEEA2}" type="presParOf" srcId="{C1561328-0DEE-4E58-A484-2659E25AA897}" destId="{A0795A82-7E4B-4070-9206-521C1355180D}" srcOrd="5" destOrd="0" presId="urn:microsoft.com/office/officeart/2017/3/layout/DropPinTimeline"/>
    <dgm:cxn modelId="{00BD71F9-085E-4744-90E8-223A8EB4863D}" type="presParOf" srcId="{46A6B157-7198-41C4-9D25-C4F8885F1B6F}" destId="{5D11F2EC-A189-4E1F-B42B-4A60621CC0BC}" srcOrd="11" destOrd="0" presId="urn:microsoft.com/office/officeart/2017/3/layout/DropPinTimeline"/>
    <dgm:cxn modelId="{B3A90A02-1B56-445C-92E8-98013D1C4572}" type="presParOf" srcId="{46A6B157-7198-41C4-9D25-C4F8885F1B6F}" destId="{A4C78B2A-6A16-4756-8A4D-7AA488699A16}" srcOrd="12" destOrd="0" presId="urn:microsoft.com/office/officeart/2017/3/layout/DropPinTimeline"/>
    <dgm:cxn modelId="{84AAE047-3AD6-400F-93B6-8C9EAEC9875E}" type="presParOf" srcId="{A4C78B2A-6A16-4756-8A4D-7AA488699A16}" destId="{588920A1-8CFA-40BE-9768-F2065BEC037A}" srcOrd="0" destOrd="0" presId="urn:microsoft.com/office/officeart/2017/3/layout/DropPinTimeline"/>
    <dgm:cxn modelId="{815AE185-D36A-4C1D-A8A1-92ADFF2E5940}" type="presParOf" srcId="{A4C78B2A-6A16-4756-8A4D-7AA488699A16}" destId="{04FD3391-5493-46DE-9934-F33C7DA621C2}" srcOrd="1" destOrd="0" presId="urn:microsoft.com/office/officeart/2017/3/layout/DropPinTimeline"/>
    <dgm:cxn modelId="{2CCCC956-47D0-4282-AE6D-4CCD4B4C32F8}" type="presParOf" srcId="{04FD3391-5493-46DE-9934-F33C7DA621C2}" destId="{0818CE93-53C6-4D76-9111-9E8D8F50EF5A}" srcOrd="0" destOrd="0" presId="urn:microsoft.com/office/officeart/2017/3/layout/DropPinTimeline"/>
    <dgm:cxn modelId="{F1457381-4271-425B-AC6A-11B708514494}" type="presParOf" srcId="{04FD3391-5493-46DE-9934-F33C7DA621C2}" destId="{A0FFE94A-5447-4909-94D6-EAA316DE8BC9}" srcOrd="1" destOrd="0" presId="urn:microsoft.com/office/officeart/2017/3/layout/DropPinTimeline"/>
    <dgm:cxn modelId="{B0FD8800-3E22-48E0-B888-6A6DF97A16EC}" type="presParOf" srcId="{A4C78B2A-6A16-4756-8A4D-7AA488699A16}" destId="{0196ED43-F593-4266-8A52-1C9070840D5D}" srcOrd="2" destOrd="0" presId="urn:microsoft.com/office/officeart/2017/3/layout/DropPinTimeline"/>
    <dgm:cxn modelId="{BD486891-B439-4AC9-8D46-AC265920DCDA}" type="presParOf" srcId="{A4C78B2A-6A16-4756-8A4D-7AA488699A16}" destId="{CEB0FC47-4C77-4383-8A8F-6552B3B41E81}" srcOrd="3" destOrd="0" presId="urn:microsoft.com/office/officeart/2017/3/layout/DropPinTimeline"/>
    <dgm:cxn modelId="{0CE47A94-D131-4F80-B97C-5747CD324CD1}" type="presParOf" srcId="{A4C78B2A-6A16-4756-8A4D-7AA488699A16}" destId="{D442FE13-F7AC-45BA-BE56-27D5722AA1A1}" srcOrd="4" destOrd="0" presId="urn:microsoft.com/office/officeart/2017/3/layout/DropPinTimeline"/>
    <dgm:cxn modelId="{C9879C3F-8FD0-4C4F-BCD0-45CAC9094B85}" type="presParOf" srcId="{A4C78B2A-6A16-4756-8A4D-7AA488699A16}" destId="{22A6B14C-9257-483D-A223-405694213BA8}" srcOrd="5" destOrd="0" presId="urn:microsoft.com/office/officeart/2017/3/layout/DropPinTimeline"/>
    <dgm:cxn modelId="{B677B1D2-E33A-4DA4-9247-2A653AEEE940}" type="presParOf" srcId="{46A6B157-7198-41C4-9D25-C4F8885F1B6F}" destId="{768187D5-7666-4EE4-829D-291BB7559A0B}" srcOrd="13" destOrd="0" presId="urn:microsoft.com/office/officeart/2017/3/layout/DropPinTimeline"/>
    <dgm:cxn modelId="{F08B6959-7B2E-4E09-A089-813D4D47A432}" type="presParOf" srcId="{46A6B157-7198-41C4-9D25-C4F8885F1B6F}" destId="{0F3B3032-C16A-44EB-AE28-CB7C1D797D2B}" srcOrd="14" destOrd="0" presId="urn:microsoft.com/office/officeart/2017/3/layout/DropPinTimeline"/>
    <dgm:cxn modelId="{0A7F7B47-A1F9-4F2A-888A-78FEE7C4F0EE}" type="presParOf" srcId="{0F3B3032-C16A-44EB-AE28-CB7C1D797D2B}" destId="{A64C6D16-2F77-439A-848A-F1081C5E5CBE}" srcOrd="0" destOrd="0" presId="urn:microsoft.com/office/officeart/2017/3/layout/DropPinTimeline"/>
    <dgm:cxn modelId="{6A566269-8C30-4367-9A6A-99B872C43A0B}" type="presParOf" srcId="{0F3B3032-C16A-44EB-AE28-CB7C1D797D2B}" destId="{8EFC6EAF-71E5-48C3-9F69-6FB96640B14F}" srcOrd="1" destOrd="0" presId="urn:microsoft.com/office/officeart/2017/3/layout/DropPinTimeline"/>
    <dgm:cxn modelId="{F92947CF-C57C-48F4-B03E-372DE9A7DE91}" type="presParOf" srcId="{8EFC6EAF-71E5-48C3-9F69-6FB96640B14F}" destId="{73F98938-B973-410F-B6E0-43437FA146E6}" srcOrd="0" destOrd="0" presId="urn:microsoft.com/office/officeart/2017/3/layout/DropPinTimeline"/>
    <dgm:cxn modelId="{DCBC98A4-62E0-4F57-8CC8-3923D95D8D08}" type="presParOf" srcId="{8EFC6EAF-71E5-48C3-9F69-6FB96640B14F}" destId="{26BE64BD-02BC-4C6F-AC50-F9617E59754D}" srcOrd="1" destOrd="0" presId="urn:microsoft.com/office/officeart/2017/3/layout/DropPinTimeline"/>
    <dgm:cxn modelId="{7B25A53B-11AA-4040-A2EA-52710F948C94}" type="presParOf" srcId="{0F3B3032-C16A-44EB-AE28-CB7C1D797D2B}" destId="{5C5070CD-E29E-4F50-9A43-342A2DE968FF}" srcOrd="2" destOrd="0" presId="urn:microsoft.com/office/officeart/2017/3/layout/DropPinTimeline"/>
    <dgm:cxn modelId="{0B3ECE77-4F98-4B96-A048-CB0BB49C2671}" type="presParOf" srcId="{0F3B3032-C16A-44EB-AE28-CB7C1D797D2B}" destId="{6FED4196-A0D3-4E5C-83DA-99291A8FFFC3}" srcOrd="3" destOrd="0" presId="urn:microsoft.com/office/officeart/2017/3/layout/DropPinTimeline"/>
    <dgm:cxn modelId="{BFA27F0F-353A-46A8-8C84-982AB77F38E5}" type="presParOf" srcId="{0F3B3032-C16A-44EB-AE28-CB7C1D797D2B}" destId="{54DE4918-169B-4E9C-B946-44A9D45AEC94}" srcOrd="4" destOrd="0" presId="urn:microsoft.com/office/officeart/2017/3/layout/DropPinTimeline"/>
    <dgm:cxn modelId="{2DAEA59B-3BA6-408E-976C-37E3BAAAF240}" type="presParOf" srcId="{0F3B3032-C16A-44EB-AE28-CB7C1D797D2B}" destId="{75F2030E-997B-4809-B3F1-AEF48EEEDB2B}" srcOrd="5" destOrd="0" presId="urn:microsoft.com/office/officeart/2017/3/layout/DropPinTimeline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204284-1F7C-4D58-BC79-8C2DEE7E9FAF}">
      <dsp:nvSpPr>
        <dsp:cNvPr id="0" name=""/>
        <dsp:cNvSpPr/>
      </dsp:nvSpPr>
      <dsp:spPr>
        <a:xfrm>
          <a:off x="0" y="2476501"/>
          <a:ext cx="10939605" cy="428624"/>
        </a:xfrm>
        <a:prstGeom prst="homePlate">
          <a:avLst/>
        </a:prstGeom>
        <a:gradFill rotWithShape="0">
          <a:gsLst>
            <a:gs pos="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lin ang="1200000" scaled="0"/>
        </a:gradFill>
        <a:ln w="12700" cap="flat" cmpd="sng" algn="ctr">
          <a:noFill/>
          <a:prstDash val="solid"/>
          <a:miter lim="800000"/>
          <a:tailEnd type="arrow" w="sm" len="sm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EF924A-339B-436A-9151-9C7B0B0377B9}">
      <dsp:nvSpPr>
        <dsp:cNvPr id="0" name=""/>
        <dsp:cNvSpPr/>
      </dsp:nvSpPr>
      <dsp:spPr>
        <a:xfrm rot="8100000">
          <a:off x="81527" y="631253"/>
          <a:ext cx="373507" cy="373507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6B4BA4-33F0-43CE-A60E-B95E195AD5A9}">
      <dsp:nvSpPr>
        <dsp:cNvPr id="0" name=""/>
        <dsp:cNvSpPr/>
      </dsp:nvSpPr>
      <dsp:spPr>
        <a:xfrm>
          <a:off x="123021" y="672747"/>
          <a:ext cx="290520" cy="290520"/>
        </a:xfrm>
        <a:prstGeom prst="donut">
          <a:avLst/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82CF5D-A585-4990-846A-5EDBD19A9BDB}">
      <dsp:nvSpPr>
        <dsp:cNvPr id="0" name=""/>
        <dsp:cNvSpPr/>
      </dsp:nvSpPr>
      <dsp:spPr>
        <a:xfrm>
          <a:off x="532390" y="1097851"/>
          <a:ext cx="1909681" cy="1592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9850" rIns="69850" bIns="10477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>
                  <a:lumMod val="65000"/>
                  <a:lumOff val="35000"/>
                </a:schemeClr>
              </a:solidFill>
            </a:rPr>
            <a:t>Data Representation and Foundations</a:t>
          </a:r>
        </a:p>
      </dsp:txBody>
      <dsp:txXfrm>
        <a:off x="532390" y="1097851"/>
        <a:ext cx="1909681" cy="1592961"/>
      </dsp:txXfrm>
    </dsp:sp>
    <dsp:sp modelId="{85C50C56-6DC8-4C47-8DBC-4FD6B1554AA4}">
      <dsp:nvSpPr>
        <dsp:cNvPr id="0" name=""/>
        <dsp:cNvSpPr/>
      </dsp:nvSpPr>
      <dsp:spPr>
        <a:xfrm>
          <a:off x="532390" y="538162"/>
          <a:ext cx="1909681" cy="559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tx1">
                  <a:lumMod val="65000"/>
                  <a:lumOff val="35000"/>
                </a:schemeClr>
              </a:solidFill>
            </a:rPr>
            <a:t> Milestone 1</a:t>
          </a:r>
        </a:p>
      </dsp:txBody>
      <dsp:txXfrm>
        <a:off x="532390" y="538162"/>
        <a:ext cx="1909681" cy="559689"/>
      </dsp:txXfrm>
    </dsp:sp>
    <dsp:sp modelId="{4F322B1B-F357-4BCD-BF34-8A0D705A1CE7}">
      <dsp:nvSpPr>
        <dsp:cNvPr id="0" name=""/>
        <dsp:cNvSpPr/>
      </dsp:nvSpPr>
      <dsp:spPr>
        <a:xfrm>
          <a:off x="268281" y="1097851"/>
          <a:ext cx="0" cy="1592961"/>
        </a:xfrm>
        <a:prstGeom prst="line">
          <a:avLst/>
        </a:prstGeom>
        <a:noFill/>
        <a:ln w="3175" cap="flat" cmpd="sng" algn="ctr">
          <a:solidFill>
            <a:schemeClr val="bg1">
              <a:lumMod val="8500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727168-E825-43C1-AF50-41E115F59C0C}">
      <dsp:nvSpPr>
        <dsp:cNvPr id="0" name=""/>
        <dsp:cNvSpPr/>
      </dsp:nvSpPr>
      <dsp:spPr>
        <a:xfrm>
          <a:off x="236476" y="2640440"/>
          <a:ext cx="95079" cy="100744"/>
        </a:xfrm>
        <a:prstGeom prst="ellipse">
          <a:avLst/>
        </a:prstGeom>
        <a:solidFill>
          <a:schemeClr val="accent1"/>
        </a:solidFill>
        <a:ln w="63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4632EA-1574-417A-A3FA-D711159FBAD1}">
      <dsp:nvSpPr>
        <dsp:cNvPr id="0" name=""/>
        <dsp:cNvSpPr/>
      </dsp:nvSpPr>
      <dsp:spPr>
        <a:xfrm rot="18900000">
          <a:off x="1294865" y="4376865"/>
          <a:ext cx="373507" cy="373507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2E0966-F86B-4BBD-BE80-8FAB861AF0E8}">
      <dsp:nvSpPr>
        <dsp:cNvPr id="0" name=""/>
        <dsp:cNvSpPr/>
      </dsp:nvSpPr>
      <dsp:spPr>
        <a:xfrm>
          <a:off x="1336358" y="4418358"/>
          <a:ext cx="290520" cy="290520"/>
        </a:xfrm>
        <a:prstGeom prst="donut">
          <a:avLst/>
        </a:prstGeom>
        <a:solidFill>
          <a:schemeClr val="lt1">
            <a:hueOff val="0"/>
            <a:satOff val="0"/>
            <a:lum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08C5A1-CE9E-4410-9F2F-F714CC6AB069}">
      <dsp:nvSpPr>
        <dsp:cNvPr id="0" name=""/>
        <dsp:cNvSpPr/>
      </dsp:nvSpPr>
      <dsp:spPr>
        <a:xfrm>
          <a:off x="1745728" y="2690813"/>
          <a:ext cx="1909681" cy="1592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4775" rIns="0" bIns="69850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>
                  <a:lumMod val="65000"/>
                  <a:lumOff val="35000"/>
                </a:schemeClr>
              </a:solidFill>
            </a:rPr>
            <a:t>Data Processing and Transformations</a:t>
          </a:r>
        </a:p>
      </dsp:txBody>
      <dsp:txXfrm>
        <a:off x="1745728" y="2690813"/>
        <a:ext cx="1909681" cy="1592961"/>
      </dsp:txXfrm>
    </dsp:sp>
    <dsp:sp modelId="{C1E34084-406C-48D5-88FE-7226282DBC49}">
      <dsp:nvSpPr>
        <dsp:cNvPr id="0" name=""/>
        <dsp:cNvSpPr/>
      </dsp:nvSpPr>
      <dsp:spPr>
        <a:xfrm>
          <a:off x="1745728" y="4283774"/>
          <a:ext cx="1909681" cy="559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6985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 dirty="0">
              <a:solidFill>
                <a:schemeClr val="tx1">
                  <a:lumMod val="65000"/>
                  <a:lumOff val="35000"/>
                </a:schemeClr>
              </a:solidFill>
            </a:rPr>
            <a:t> </a:t>
          </a:r>
          <a:r>
            <a:rPr lang="en-US" sz="1400" kern="1200" dirty="0">
              <a:solidFill>
                <a:schemeClr val="tx1">
                  <a:lumMod val="65000"/>
                  <a:lumOff val="35000"/>
                </a:schemeClr>
              </a:solidFill>
            </a:rPr>
            <a:t>Milestone 2</a:t>
          </a:r>
        </a:p>
      </dsp:txBody>
      <dsp:txXfrm>
        <a:off x="1745728" y="4283774"/>
        <a:ext cx="1909681" cy="559689"/>
      </dsp:txXfrm>
    </dsp:sp>
    <dsp:sp modelId="{33168228-1414-4AAF-B7E5-C08A80BBB2F1}">
      <dsp:nvSpPr>
        <dsp:cNvPr id="0" name=""/>
        <dsp:cNvSpPr/>
      </dsp:nvSpPr>
      <dsp:spPr>
        <a:xfrm>
          <a:off x="1481618" y="2690813"/>
          <a:ext cx="0" cy="1592961"/>
        </a:xfrm>
        <a:prstGeom prst="line">
          <a:avLst/>
        </a:prstGeom>
        <a:noFill/>
        <a:ln w="3175" cap="flat" cmpd="sng" algn="ctr">
          <a:solidFill>
            <a:prstClr val="white">
              <a:lumMod val="85000"/>
            </a:prst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7996C3-16BE-4CEB-B9E2-6FFC42938F41}">
      <dsp:nvSpPr>
        <dsp:cNvPr id="0" name=""/>
        <dsp:cNvSpPr/>
      </dsp:nvSpPr>
      <dsp:spPr>
        <a:xfrm>
          <a:off x="1449814" y="2640440"/>
          <a:ext cx="95079" cy="1007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C09B8D-1C75-4604-9F35-AEC078447C45}">
      <dsp:nvSpPr>
        <dsp:cNvPr id="0" name=""/>
        <dsp:cNvSpPr/>
      </dsp:nvSpPr>
      <dsp:spPr>
        <a:xfrm rot="8100000">
          <a:off x="2508202" y="631253"/>
          <a:ext cx="373507" cy="373507"/>
        </a:xfrm>
        <a:prstGeom prst="ellipse">
          <a:avLst/>
        </a:prstGeom>
        <a:solidFill>
          <a:schemeClr val="accent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E91A1F-E910-48AB-A4C9-128002268483}">
      <dsp:nvSpPr>
        <dsp:cNvPr id="0" name=""/>
        <dsp:cNvSpPr/>
      </dsp:nvSpPr>
      <dsp:spPr>
        <a:xfrm>
          <a:off x="2549695" y="672747"/>
          <a:ext cx="290520" cy="290520"/>
        </a:xfrm>
        <a:prstGeom prst="star12">
          <a:avLst/>
        </a:prstGeom>
        <a:solidFill>
          <a:schemeClr val="lt1">
            <a:hueOff val="0"/>
            <a:satOff val="0"/>
            <a:lum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8603F2-85FC-4134-978C-4054E468209C}">
      <dsp:nvSpPr>
        <dsp:cNvPr id="0" name=""/>
        <dsp:cNvSpPr/>
      </dsp:nvSpPr>
      <dsp:spPr>
        <a:xfrm>
          <a:off x="2959065" y="1097851"/>
          <a:ext cx="1909681" cy="1592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9850" rIns="69850" bIns="10477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1" kern="1200" dirty="0">
              <a:solidFill>
                <a:schemeClr val="tx1">
                  <a:lumMod val="65000"/>
                  <a:lumOff val="35000"/>
                </a:schemeClr>
              </a:solidFill>
            </a:rPr>
            <a:t>Raw Dataset Imported</a:t>
          </a:r>
        </a:p>
      </dsp:txBody>
      <dsp:txXfrm>
        <a:off x="2959065" y="1097851"/>
        <a:ext cx="1909681" cy="1592961"/>
      </dsp:txXfrm>
    </dsp:sp>
    <dsp:sp modelId="{4EB3AA5C-1289-44C6-9F3E-859ABA28E18F}">
      <dsp:nvSpPr>
        <dsp:cNvPr id="0" name=""/>
        <dsp:cNvSpPr/>
      </dsp:nvSpPr>
      <dsp:spPr>
        <a:xfrm>
          <a:off x="2959065" y="538162"/>
          <a:ext cx="1909681" cy="559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9525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b="0" i="1" kern="1200" dirty="0">
              <a:solidFill>
                <a:schemeClr val="tx1">
                  <a:lumMod val="65000"/>
                  <a:lumOff val="35000"/>
                </a:schemeClr>
              </a:solidFill>
            </a:rPr>
            <a:t> Clean dataset ready</a:t>
          </a:r>
        </a:p>
      </dsp:txBody>
      <dsp:txXfrm>
        <a:off x="2959065" y="538162"/>
        <a:ext cx="1909681" cy="559689"/>
      </dsp:txXfrm>
    </dsp:sp>
    <dsp:sp modelId="{0BB03C0E-97EC-4D66-9B09-35D689DAB28C}">
      <dsp:nvSpPr>
        <dsp:cNvPr id="0" name=""/>
        <dsp:cNvSpPr/>
      </dsp:nvSpPr>
      <dsp:spPr>
        <a:xfrm>
          <a:off x="2694955" y="1097851"/>
          <a:ext cx="0" cy="1592961"/>
        </a:xfrm>
        <a:prstGeom prst="line">
          <a:avLst/>
        </a:prstGeom>
        <a:noFill/>
        <a:ln w="114300" cap="rnd" cmpd="sng" algn="ctr">
          <a:solidFill>
            <a:schemeClr val="bg1">
              <a:lumMod val="95000"/>
            </a:schemeClr>
          </a:solidFill>
          <a:prstDash val="sysDot"/>
          <a:round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361E50-9FEC-48AD-A369-C1A8379B35EC}">
      <dsp:nvSpPr>
        <dsp:cNvPr id="0" name=""/>
        <dsp:cNvSpPr/>
      </dsp:nvSpPr>
      <dsp:spPr>
        <a:xfrm>
          <a:off x="2663151" y="2640440"/>
          <a:ext cx="95079" cy="100744"/>
        </a:xfrm>
        <a:prstGeom prst="ellipse">
          <a:avLst/>
        </a:prstGeom>
        <a:solidFill>
          <a:schemeClr val="accent3"/>
        </a:solidFill>
        <a:ln w="63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DBECBF-E3AA-450B-95D4-8349AA21B4F8}">
      <dsp:nvSpPr>
        <dsp:cNvPr id="0" name=""/>
        <dsp:cNvSpPr/>
      </dsp:nvSpPr>
      <dsp:spPr>
        <a:xfrm rot="18900000">
          <a:off x="3721539" y="4376865"/>
          <a:ext cx="373507" cy="373507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DDD44C-F5E4-49AD-B1D9-346B8B8AEE8F}">
      <dsp:nvSpPr>
        <dsp:cNvPr id="0" name=""/>
        <dsp:cNvSpPr/>
      </dsp:nvSpPr>
      <dsp:spPr>
        <a:xfrm>
          <a:off x="3763033" y="4418358"/>
          <a:ext cx="290520" cy="290520"/>
        </a:xfrm>
        <a:prstGeom prst="donut">
          <a:avLst/>
        </a:prstGeom>
        <a:solidFill>
          <a:schemeClr val="lt1">
            <a:hueOff val="0"/>
            <a:satOff val="0"/>
            <a:lum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64261-183D-47F9-8E7E-BCFC5023A815}">
      <dsp:nvSpPr>
        <dsp:cNvPr id="0" name=""/>
        <dsp:cNvSpPr/>
      </dsp:nvSpPr>
      <dsp:spPr>
        <a:xfrm>
          <a:off x="4172402" y="2690813"/>
          <a:ext cx="1909681" cy="1592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4775" rIns="0" bIns="69850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Visualization &amp; Exploratory Analysis</a:t>
          </a:r>
          <a:endParaRPr lang="en-US" sz="11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4172402" y="2690813"/>
        <a:ext cx="1909681" cy="1592961"/>
      </dsp:txXfrm>
    </dsp:sp>
    <dsp:sp modelId="{3DA36ABE-9810-4ED4-9A55-2905E7588D06}">
      <dsp:nvSpPr>
        <dsp:cNvPr id="0" name=""/>
        <dsp:cNvSpPr/>
      </dsp:nvSpPr>
      <dsp:spPr>
        <a:xfrm>
          <a:off x="4172402" y="4283774"/>
          <a:ext cx="1909681" cy="559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tx1">
                  <a:lumMod val="65000"/>
                  <a:lumOff val="35000"/>
                </a:schemeClr>
              </a:solidFill>
            </a:rPr>
            <a:t>Milestone 3</a:t>
          </a:r>
        </a:p>
      </dsp:txBody>
      <dsp:txXfrm>
        <a:off x="4172402" y="4283774"/>
        <a:ext cx="1909681" cy="559689"/>
      </dsp:txXfrm>
    </dsp:sp>
    <dsp:sp modelId="{4B9F5909-A57C-4893-9C8A-D5960FE9BE37}">
      <dsp:nvSpPr>
        <dsp:cNvPr id="0" name=""/>
        <dsp:cNvSpPr/>
      </dsp:nvSpPr>
      <dsp:spPr>
        <a:xfrm>
          <a:off x="3908293" y="2690813"/>
          <a:ext cx="0" cy="1592961"/>
        </a:xfrm>
        <a:prstGeom prst="line">
          <a:avLst/>
        </a:prstGeom>
        <a:noFill/>
        <a:ln w="3175" cap="flat" cmpd="sng" algn="ctr">
          <a:solidFill>
            <a:prstClr val="white">
              <a:lumMod val="85000"/>
            </a:prst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91B168-1DA5-4124-931F-A51FCB8EFC11}">
      <dsp:nvSpPr>
        <dsp:cNvPr id="0" name=""/>
        <dsp:cNvSpPr/>
      </dsp:nvSpPr>
      <dsp:spPr>
        <a:xfrm>
          <a:off x="3876488" y="2640440"/>
          <a:ext cx="95079" cy="1007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8CC4C6-DFBC-460C-A9ED-BEDA8CC682D4}">
      <dsp:nvSpPr>
        <dsp:cNvPr id="0" name=""/>
        <dsp:cNvSpPr/>
      </dsp:nvSpPr>
      <dsp:spPr>
        <a:xfrm rot="8100000">
          <a:off x="4934876" y="631253"/>
          <a:ext cx="373507" cy="373507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CA82DA-B677-461B-A08D-337683480059}">
      <dsp:nvSpPr>
        <dsp:cNvPr id="0" name=""/>
        <dsp:cNvSpPr/>
      </dsp:nvSpPr>
      <dsp:spPr>
        <a:xfrm>
          <a:off x="4976370" y="672747"/>
          <a:ext cx="290520" cy="290520"/>
        </a:xfrm>
        <a:prstGeom prst="donut">
          <a:avLst/>
        </a:prstGeom>
        <a:solidFill>
          <a:schemeClr val="lt1">
            <a:hueOff val="0"/>
            <a:satOff val="0"/>
            <a:lum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646913-A3FA-4470-A3E9-C64B0A13A62A}">
      <dsp:nvSpPr>
        <dsp:cNvPr id="0" name=""/>
        <dsp:cNvSpPr/>
      </dsp:nvSpPr>
      <dsp:spPr>
        <a:xfrm>
          <a:off x="5385739" y="1097851"/>
          <a:ext cx="1909681" cy="1592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9850" rIns="69850" bIns="10477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Statistical Inference &amp; Analytical Modeling</a:t>
          </a:r>
          <a:endParaRPr lang="en-US" sz="11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5385739" y="1097851"/>
        <a:ext cx="1909681" cy="1592961"/>
      </dsp:txXfrm>
    </dsp:sp>
    <dsp:sp modelId="{6EC2FC68-E1B8-4274-8090-C2C96A4CD82C}">
      <dsp:nvSpPr>
        <dsp:cNvPr id="0" name=""/>
        <dsp:cNvSpPr/>
      </dsp:nvSpPr>
      <dsp:spPr>
        <a:xfrm>
          <a:off x="5385739" y="538162"/>
          <a:ext cx="1909681" cy="559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solidFill>
                <a:schemeClr val="tx1">
                  <a:lumMod val="65000"/>
                  <a:lumOff val="35000"/>
                </a:schemeClr>
              </a:solidFill>
            </a:rPr>
            <a:t>Milestone 4</a:t>
          </a:r>
        </a:p>
      </dsp:txBody>
      <dsp:txXfrm>
        <a:off x="5385739" y="538162"/>
        <a:ext cx="1909681" cy="559689"/>
      </dsp:txXfrm>
    </dsp:sp>
    <dsp:sp modelId="{4F41BF23-550C-4E7F-977E-3D22E3AF7B51}">
      <dsp:nvSpPr>
        <dsp:cNvPr id="0" name=""/>
        <dsp:cNvSpPr/>
      </dsp:nvSpPr>
      <dsp:spPr>
        <a:xfrm>
          <a:off x="5121630" y="1097851"/>
          <a:ext cx="0" cy="1592961"/>
        </a:xfrm>
        <a:prstGeom prst="line">
          <a:avLst/>
        </a:prstGeom>
        <a:noFill/>
        <a:ln w="3175" cap="flat" cmpd="sng" algn="ctr">
          <a:solidFill>
            <a:prstClr val="white">
              <a:lumMod val="85000"/>
            </a:prst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8CF1E0-B1C4-4B10-A5EC-FD7EF0557E2D}">
      <dsp:nvSpPr>
        <dsp:cNvPr id="0" name=""/>
        <dsp:cNvSpPr/>
      </dsp:nvSpPr>
      <dsp:spPr>
        <a:xfrm>
          <a:off x="5089826" y="2640440"/>
          <a:ext cx="95079" cy="1007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CC931B-4172-4445-9E09-7DC277A307D9}">
      <dsp:nvSpPr>
        <dsp:cNvPr id="0" name=""/>
        <dsp:cNvSpPr/>
      </dsp:nvSpPr>
      <dsp:spPr>
        <a:xfrm rot="18900000">
          <a:off x="6148214" y="4376865"/>
          <a:ext cx="373507" cy="373507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F65538-9B7C-46C3-8B0A-96175C683394}">
      <dsp:nvSpPr>
        <dsp:cNvPr id="0" name=""/>
        <dsp:cNvSpPr/>
      </dsp:nvSpPr>
      <dsp:spPr>
        <a:xfrm>
          <a:off x="6189707" y="4418358"/>
          <a:ext cx="290520" cy="29052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3ECBCF-B66A-4764-A839-4678E6AA1823}">
      <dsp:nvSpPr>
        <dsp:cNvPr id="0" name=""/>
        <dsp:cNvSpPr/>
      </dsp:nvSpPr>
      <dsp:spPr>
        <a:xfrm>
          <a:off x="6599077" y="2690813"/>
          <a:ext cx="1909681" cy="1592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4775" rIns="0" bIns="69850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Interactive Visual Analytics System</a:t>
          </a:r>
          <a:endParaRPr lang="en-US" sz="11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6599077" y="2690813"/>
        <a:ext cx="1909681" cy="1592961"/>
      </dsp:txXfrm>
    </dsp:sp>
    <dsp:sp modelId="{CC44690A-91E0-40CD-8027-AE33E6D1E07B}">
      <dsp:nvSpPr>
        <dsp:cNvPr id="0" name=""/>
        <dsp:cNvSpPr/>
      </dsp:nvSpPr>
      <dsp:spPr>
        <a:xfrm>
          <a:off x="6599077" y="4283774"/>
          <a:ext cx="1909681" cy="559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9525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 dirty="0">
              <a:solidFill>
                <a:schemeClr val="tx1">
                  <a:lumMod val="65000"/>
                  <a:lumOff val="35000"/>
                </a:schemeClr>
              </a:solidFill>
            </a:rPr>
            <a:t>Milestone 5</a:t>
          </a:r>
        </a:p>
      </dsp:txBody>
      <dsp:txXfrm>
        <a:off x="6599077" y="4283774"/>
        <a:ext cx="1909681" cy="559689"/>
      </dsp:txXfrm>
    </dsp:sp>
    <dsp:sp modelId="{D2124400-5F13-4656-ABD0-7506140A7348}">
      <dsp:nvSpPr>
        <dsp:cNvPr id="0" name=""/>
        <dsp:cNvSpPr/>
      </dsp:nvSpPr>
      <dsp:spPr>
        <a:xfrm>
          <a:off x="6334967" y="2690813"/>
          <a:ext cx="0" cy="1592961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FAFAF1-08D1-4266-B6E7-0575D69DF9B0}">
      <dsp:nvSpPr>
        <dsp:cNvPr id="0" name=""/>
        <dsp:cNvSpPr/>
      </dsp:nvSpPr>
      <dsp:spPr>
        <a:xfrm>
          <a:off x="6303163" y="2640440"/>
          <a:ext cx="95079" cy="1007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18CE93-53C6-4D76-9111-9E8D8F50EF5A}">
      <dsp:nvSpPr>
        <dsp:cNvPr id="0" name=""/>
        <dsp:cNvSpPr/>
      </dsp:nvSpPr>
      <dsp:spPr>
        <a:xfrm rot="8100000">
          <a:off x="7361551" y="631253"/>
          <a:ext cx="373507" cy="373507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FE94A-5447-4909-94D6-EAA316DE8BC9}">
      <dsp:nvSpPr>
        <dsp:cNvPr id="0" name=""/>
        <dsp:cNvSpPr/>
      </dsp:nvSpPr>
      <dsp:spPr>
        <a:xfrm>
          <a:off x="7403044" y="672747"/>
          <a:ext cx="290520" cy="29052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96ED43-F593-4266-8A52-1C9070840D5D}">
      <dsp:nvSpPr>
        <dsp:cNvPr id="0" name=""/>
        <dsp:cNvSpPr/>
      </dsp:nvSpPr>
      <dsp:spPr>
        <a:xfrm>
          <a:off x="7812414" y="1097851"/>
          <a:ext cx="1909681" cy="1592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9850" rIns="69850" bIns="10477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Research Contribution &amp; Advanced Analytics</a:t>
          </a:r>
          <a:endParaRPr lang="en-US" sz="11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7812414" y="1097851"/>
        <a:ext cx="1909681" cy="1592961"/>
      </dsp:txXfrm>
    </dsp:sp>
    <dsp:sp modelId="{CEB0FC47-4C77-4383-8A8F-6552B3B41E81}">
      <dsp:nvSpPr>
        <dsp:cNvPr id="0" name=""/>
        <dsp:cNvSpPr/>
      </dsp:nvSpPr>
      <dsp:spPr>
        <a:xfrm>
          <a:off x="7812414" y="538162"/>
          <a:ext cx="1909681" cy="559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9525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 dirty="0">
              <a:solidFill>
                <a:schemeClr val="tx1">
                  <a:lumMod val="65000"/>
                  <a:lumOff val="35000"/>
                </a:schemeClr>
              </a:solidFill>
            </a:rPr>
            <a:t>Milestone 6</a:t>
          </a:r>
        </a:p>
      </dsp:txBody>
      <dsp:txXfrm>
        <a:off x="7812414" y="538162"/>
        <a:ext cx="1909681" cy="559689"/>
      </dsp:txXfrm>
    </dsp:sp>
    <dsp:sp modelId="{D442FE13-F7AC-45BA-BE56-27D5722AA1A1}">
      <dsp:nvSpPr>
        <dsp:cNvPr id="0" name=""/>
        <dsp:cNvSpPr/>
      </dsp:nvSpPr>
      <dsp:spPr>
        <a:xfrm>
          <a:off x="7548305" y="1097851"/>
          <a:ext cx="0" cy="1592961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8920A1-8CFA-40BE-9768-F2065BEC037A}">
      <dsp:nvSpPr>
        <dsp:cNvPr id="0" name=""/>
        <dsp:cNvSpPr/>
      </dsp:nvSpPr>
      <dsp:spPr>
        <a:xfrm>
          <a:off x="7516500" y="2640440"/>
          <a:ext cx="95079" cy="1007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F98938-B973-410F-B6E0-43437FA146E6}">
      <dsp:nvSpPr>
        <dsp:cNvPr id="0" name=""/>
        <dsp:cNvSpPr/>
      </dsp:nvSpPr>
      <dsp:spPr>
        <a:xfrm rot="18900000">
          <a:off x="8574888" y="4376865"/>
          <a:ext cx="373507" cy="373507"/>
        </a:xfrm>
        <a:prstGeom prst="ellipse">
          <a:avLst/>
        </a:prstGeom>
        <a:solidFill>
          <a:schemeClr val="accent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BE64BD-02BC-4C6F-AC50-F9617E59754D}">
      <dsp:nvSpPr>
        <dsp:cNvPr id="0" name=""/>
        <dsp:cNvSpPr/>
      </dsp:nvSpPr>
      <dsp:spPr>
        <a:xfrm>
          <a:off x="8616382" y="4418358"/>
          <a:ext cx="290520" cy="290520"/>
        </a:xfrm>
        <a:prstGeom prst="star12">
          <a:avLst/>
        </a:prstGeom>
        <a:solidFill>
          <a:schemeClr val="lt1">
            <a:hueOff val="0"/>
            <a:satOff val="0"/>
            <a:lum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5070CD-E29E-4F50-9A43-342A2DE968FF}">
      <dsp:nvSpPr>
        <dsp:cNvPr id="0" name=""/>
        <dsp:cNvSpPr/>
      </dsp:nvSpPr>
      <dsp:spPr>
        <a:xfrm>
          <a:off x="9025751" y="2690813"/>
          <a:ext cx="1909681" cy="1592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4775" rIns="0" bIns="69850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>
                  <a:lumMod val="65000"/>
                  <a:lumOff val="35000"/>
                </a:schemeClr>
              </a:solidFill>
            </a:rPr>
            <a:t>Project Completion</a:t>
          </a:r>
        </a:p>
      </dsp:txBody>
      <dsp:txXfrm>
        <a:off x="9025751" y="2690813"/>
        <a:ext cx="1909681" cy="1592961"/>
      </dsp:txXfrm>
    </dsp:sp>
    <dsp:sp modelId="{6FED4196-A0D3-4E5C-83DA-99291A8FFFC3}">
      <dsp:nvSpPr>
        <dsp:cNvPr id="0" name=""/>
        <dsp:cNvSpPr/>
      </dsp:nvSpPr>
      <dsp:spPr>
        <a:xfrm>
          <a:off x="9025751" y="4283774"/>
          <a:ext cx="1909681" cy="559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9525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b="0" i="1" kern="1200" dirty="0">
              <a:solidFill>
                <a:schemeClr val="tx1">
                  <a:lumMod val="65000"/>
                  <a:lumOff val="35000"/>
                </a:schemeClr>
              </a:solidFill>
            </a:rPr>
            <a:t>Business Intelligence System Complete</a:t>
          </a:r>
        </a:p>
      </dsp:txBody>
      <dsp:txXfrm>
        <a:off x="9025751" y="4283774"/>
        <a:ext cx="1909681" cy="559689"/>
      </dsp:txXfrm>
    </dsp:sp>
    <dsp:sp modelId="{54DE4918-169B-4E9C-B946-44A9D45AEC94}">
      <dsp:nvSpPr>
        <dsp:cNvPr id="0" name=""/>
        <dsp:cNvSpPr/>
      </dsp:nvSpPr>
      <dsp:spPr>
        <a:xfrm>
          <a:off x="8761642" y="2690813"/>
          <a:ext cx="0" cy="1592961"/>
        </a:xfrm>
        <a:prstGeom prst="line">
          <a:avLst/>
        </a:prstGeom>
        <a:noFill/>
        <a:ln w="114300" cap="rnd" cmpd="sng" algn="ctr">
          <a:solidFill>
            <a:prstClr val="white">
              <a:lumMod val="95000"/>
            </a:prstClr>
          </a:solidFill>
          <a:prstDash val="sysDot"/>
          <a:round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4C6D16-2F77-439A-848A-F1081C5E5CBE}">
      <dsp:nvSpPr>
        <dsp:cNvPr id="0" name=""/>
        <dsp:cNvSpPr/>
      </dsp:nvSpPr>
      <dsp:spPr>
        <a:xfrm>
          <a:off x="8729837" y="2640440"/>
          <a:ext cx="95079" cy="100744"/>
        </a:xfrm>
        <a:prstGeom prst="ellipse">
          <a:avLst/>
        </a:prstGeom>
        <a:solidFill>
          <a:schemeClr val="accent3"/>
        </a:solidFill>
        <a:ln w="63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49F901-1989-4566-9808-6826F108954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91D43C-A1FB-4D12-9603-15C87CC51B0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F2D99-78F8-43CD-88FF-4B86BBC6775C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41410C-1516-40F9-AD00-AEE7ADAC1F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219D84-37B1-413B-9CD0-EA6799162D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C1867-F828-4959-BAF9-6816A080F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6522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3732DE-FFB2-411A-9EAE-C555FD33DEF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2EF66A-76DC-46BE-966E-D293CA144A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70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7C03D-C54D-40F9-AE6B-95171A261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4DB319-1DBD-4158-A53E-69B8D62FF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F822C-F838-414C-BE88-4C36BDF8A5E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DD8B8A-BE34-4A8E-84DB-6FB75CE4C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D4E8CF-5B8A-42F4-ADE9-A70238546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5DBF2-A8CF-448E-B167-C826703D0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948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F92E8F-54AB-46D3-88CF-E717BC212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0E8A0-AA93-4D38-81C5-EC63E1EC3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FE646-8520-427D-ACD3-69976EEBF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F822C-F838-414C-BE88-4C36BDF8A5E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5FDAB-3FCC-421B-B8DF-073DEE2E2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FBED1-D092-4841-B651-580D34D551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5DBF2-A8CF-448E-B167-C826703D0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11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85EED-B8B5-4E09-A0EC-8BD2CF133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Business Intelligence Dashboard System</a:t>
            </a:r>
            <a:br>
              <a:rPr lang="en-US" sz="4000" dirty="0"/>
            </a:br>
            <a:r>
              <a:rPr lang="en-US" sz="2800" dirty="0"/>
              <a:t>Project Development Roadmap</a:t>
            </a:r>
          </a:p>
        </p:txBody>
      </p:sp>
      <p:graphicFrame>
        <p:nvGraphicFramePr>
          <p:cNvPr id="3" name="Diagram 2" descr="Placeholder Timeline&#10;">
            <a:extLst>
              <a:ext uri="{FF2B5EF4-FFF2-40B4-BE49-F238E27FC236}">
                <a16:creationId xmlns:a16="http://schemas.microsoft.com/office/drawing/2014/main" id="{073C5A0D-DFE8-4C7D-834F-C6443FF175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6518117"/>
              </p:ext>
            </p:extLst>
          </p:nvPr>
        </p:nvGraphicFramePr>
        <p:xfrm>
          <a:off x="559522" y="1247775"/>
          <a:ext cx="10939605" cy="5381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A1767F-53A3-5D31-C4D4-4CA9DA33E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JKUAT | Data Visualization | Group 2</a:t>
            </a:r>
          </a:p>
        </p:txBody>
      </p:sp>
    </p:spTree>
    <p:extLst>
      <p:ext uri="{BB962C8B-B14F-4D97-AF65-F5344CB8AC3E}">
        <p14:creationId xmlns:p14="http://schemas.microsoft.com/office/powerpoint/2010/main" val="715057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3F34E-7674-8899-0773-BCD0FE378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83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35">
      <a:dk1>
        <a:sysClr val="windowText" lastClr="000000"/>
      </a:dk1>
      <a:lt1>
        <a:sysClr val="window" lastClr="FFFFFF"/>
      </a:lt1>
      <a:dk2>
        <a:srgbClr val="44546A"/>
      </a:dk2>
      <a:lt2>
        <a:srgbClr val="FAF6F5"/>
      </a:lt2>
      <a:accent1>
        <a:srgbClr val="72D5E3"/>
      </a:accent1>
      <a:accent2>
        <a:srgbClr val="EECCAC"/>
      </a:accent2>
      <a:accent3>
        <a:srgbClr val="EC7276"/>
      </a:accent3>
      <a:accent4>
        <a:srgbClr val="ABE373"/>
      </a:accent4>
      <a:accent5>
        <a:srgbClr val="FF9B5D"/>
      </a:accent5>
      <a:accent6>
        <a:srgbClr val="77A4E7"/>
      </a:accent6>
      <a:hlink>
        <a:srgbClr val="72D5E3"/>
      </a:hlink>
      <a:folHlink>
        <a:srgbClr val="72D5E3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imeline from Smartart_04_SB -v2" id="{E210AA80-CABA-4880-AC37-1F4E50404E3B}" vid="{756AB075-42DF-4665-8663-FAF16AD1E4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2B28B7D-B36D-4BFF-B46F-FA322EDA05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51B915-B752-4B7C-BA7F-CCFB347FFE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E2710F-C3EF-4E8A-B5E7-534C1A52C80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milestone timeline</Template>
  <TotalTime>83</TotalTime>
  <Words>68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Georgia</vt:lpstr>
      <vt:lpstr>Office Theme</vt:lpstr>
      <vt:lpstr>Business Intelligence Dashboard System Project Development Roadmap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Caleb Kyalo</dc:creator>
  <cp:lastModifiedBy>Nancy Kieka</cp:lastModifiedBy>
  <cp:revision>4</cp:revision>
  <dcterms:created xsi:type="dcterms:W3CDTF">2026-07-16T06:01:41Z</dcterms:created>
  <dcterms:modified xsi:type="dcterms:W3CDTF">2026-07-16T07:24:55Z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